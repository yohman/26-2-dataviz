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79157ea5a644fe" /><Relationship Type="http://schemas.openxmlformats.org/officeDocument/2006/relationships/extended-properties" Target="/docProps/app.xml" Id="R05821ad2efba4b21" /><Relationship Type="http://schemas.openxmlformats.org/officeDocument/2006/relationships/officeDocument" Target="/ppt/presentation.xml" Id="R1caa5ae2e03240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52d90b53204f2e"/>
  </p:sldMasterIdLst>
  <p:notesMasterIdLst>
    <p:notesMasterId xmlns:r="http://schemas.openxmlformats.org/officeDocument/2006/relationships" r:id="R0b061bf504e24ec9"/>
  </p:notesMasterIdLst>
  <p:sldIdLst>
    <p:sldId xmlns:r="http://schemas.openxmlformats.org/officeDocument/2006/relationships" id="256" r:id="R688e3c15fbbc4d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20c6388d914919" /><Relationship Type="http://schemas.openxmlformats.org/officeDocument/2006/relationships/slideMaster" Target="/ppt/slideMasters/slideMaster1.xml" Id="R1a52d90b53204f2e" /><Relationship Type="http://schemas.openxmlformats.org/officeDocument/2006/relationships/notesMaster" Target="/ppt/notesMasters/notesMaster1.xml" Id="R0b061bf504e24ec9" /><Relationship Type="http://schemas.openxmlformats.org/officeDocument/2006/relationships/presProps" Target="/ppt/presProps.xml" Id="R0c2b3788ff7b463d" /><Relationship Type="http://schemas.openxmlformats.org/officeDocument/2006/relationships/tableStyles" Target="/ppt/tableStyles.xml" Id="R5dc2abc80ea54bc1" /><Relationship Type="http://schemas.openxmlformats.org/officeDocument/2006/relationships/slide" Target="/ppt/slides/slide1.xml" Id="R688e3c15fbbc4d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914b55438a49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Ubuntu Condensed"/>
        <a:ea typeface=""/>
        <a:cs typeface=""/>
      </a:majorFont>
      <a:minorFont>
        <a:latin typeface="Ubuntu Condensed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50c47e27fea42c9" /><Relationship Type="http://schemas.openxmlformats.org/officeDocument/2006/relationships/notesMaster" Target="/ppt/notesMasters/notesMaster1.xml" Id="R448fe7a21dad49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Week 4 simplified homework. Requirements from content/weeks/04-find-the-unexpected.md. At least two worksheets in one dashboard, at least one working filter, publish to Tableau Public. Submit the direct visualization link, one required screenshot with a second optional, a short explanation of the finding and filter, and data/source URL. Existing or new data allowed. Individual submission through the usual homework form. Resubmissions allowed until the deadline shown in the agenda. Guide: https://yohman.github.io/26-2-Dataviz/tableau-dashboard-guide.html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ad53b7a09f4a2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9303d18c89440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e62df4579d4f1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0ca84926034d1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153f44b6dd4b6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eca7a1d5ef4f0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8269338-6C69-4323-9556-4E83B4D35E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4F5E10B-A229-4D07-9BCC-5430AE444A6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23C8D13-9F7F-4F4B-A776-DE03AB8CA2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349599-2810-4037-9FB6-46C1BEADDF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8E419EC-DF18-4F9A-8C29-5530E364A6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4671F3A-30C9-4248-A49F-E1BE5EAEB6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D8BFD40-7FD9-4106-9CB1-631606D401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38D3B7B-48FA-486E-8CD0-D770A79EB47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BB03FA-69E2-4AA9-BFE2-82FC3F4898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D246460-53CA-4B51-B0CD-D3486E12BE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3bd1e51ed64888" /><Relationship Type="http://schemas.openxmlformats.org/officeDocument/2006/relationships/slideLayout" Target="/ppt/slideLayouts/slideLayout1.xml" Id="Rbaf90ba77c564778" /><Relationship Type="http://schemas.openxmlformats.org/officeDocument/2006/relationships/slideLayout" Target="/ppt/slideLayouts/slideLayout2.xml" Id="R5f0a54db0b66473c" /><Relationship Type="http://schemas.openxmlformats.org/officeDocument/2006/relationships/slideLayout" Target="/ppt/slideLayouts/slideLayout3.xml" Id="Rafd9c0ccf53c4667" /><Relationship Type="http://schemas.openxmlformats.org/officeDocument/2006/relationships/slideLayout" Target="/ppt/slideLayouts/slideLayout4.xml" Id="R5d5b14f6975a4c6a" /><Relationship Type="http://schemas.openxmlformats.org/officeDocument/2006/relationships/slideLayout" Target="/ppt/slideLayouts/slideLayout5.xml" Id="R1eb57d890fef415e" /><Relationship Type="http://schemas.openxmlformats.org/officeDocument/2006/relationships/slideLayout" Target="/ppt/slideLayouts/slideLayout6.xml" Id="Ra0bb561e3cfc42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f90ba77c564778"/>
    <p:sldLayoutId xmlns:r="http://schemas.openxmlformats.org/officeDocument/2006/relationships" id="2147483650" r:id="R5f0a54db0b66473c"/>
    <p:sldLayoutId xmlns:r="http://schemas.openxmlformats.org/officeDocument/2006/relationships" id="2147483651" r:id="Rafd9c0ccf53c4667"/>
    <p:sldLayoutId xmlns:r="http://schemas.openxmlformats.org/officeDocument/2006/relationships" id="2147483652" r:id="R5d5b14f6975a4c6a"/>
    <p:sldLayoutId xmlns:r="http://schemas.openxmlformats.org/officeDocument/2006/relationships" id="2147483653" r:id="R1eb57d890fef415e"/>
    <p:sldLayoutId xmlns:r="http://schemas.openxmlformats.org/officeDocument/2006/relationships" id="2147483654" r:id="Ra0bb561e3cfc42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Ubuntu Condensed"/>
        <a:ea typeface=""/>
        <a:cs typeface=""/>
      </a:majorFont>
      <a:minorFont>
        <a:latin typeface="Ubuntu Condensed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9beabae9f541f9" /><Relationship Type="http://schemas.openxmlformats.org/officeDocument/2006/relationships/hyperlink" Target="https://yohman.github.io/26-2-Dataviz/tableau-dashboard-guide.html" TargetMode="External" Id="Rb390caa95e314c1e" /><Relationship Type="http://schemas.openxmlformats.org/officeDocument/2006/relationships/notesSlide" Target="/ppt/notesSlides/notesSlide1.xml" Id="R3bea97c717d6410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7F2F26-D94E-41A4-B915-AD465A4E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360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360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rPr>
              <a:t>Homework: a filtered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CBBD5-94A2-4D2D-A619-6F700F25A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11277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2025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2025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rPr>
              <a:t>Your data. Existing or new.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40751-199D-4278-8115-CCA14C6A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83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>
                <a:solidFill>
                  <a:srgbClr val="B23C50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2400">
                <a:solidFill>
                  <a:srgbClr val="B23C50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2400">
                <a:solidFill>
                  <a:srgbClr val="B23C50"/>
                </a:solidFill>
                <a:latin typeface="Ubuntu Condensed"/>
                <a:ea typeface="Ubuntu Condensed"/>
                <a:cs typeface="Ubuntu Condensed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82761F-A46F-46FF-AE97-F38BDE5E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383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25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25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rPr>
              <a:t>2+ sheets in one dashboard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7E9EDC-FC66-4D7D-9EF2-E349E0F60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765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>
                <a:solidFill>
                  <a:srgbClr val="B23C50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2400">
                <a:solidFill>
                  <a:srgbClr val="B23C50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2400">
                <a:solidFill>
                  <a:srgbClr val="B23C50"/>
                </a:solidFill>
                <a:latin typeface="Ubuntu Condensed"/>
                <a:ea typeface="Ubuntu Condensed"/>
                <a:cs typeface="Ubuntu Condensed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1296B0-25F9-46A7-AC81-543C2C21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765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25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25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rPr>
              <a:t>At least one working filter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848900-40A6-45E7-862E-EC15A3C2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>
                <a:solidFill>
                  <a:srgbClr val="B23C50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2400">
                <a:solidFill>
                  <a:srgbClr val="B23C50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2400">
                <a:solidFill>
                  <a:srgbClr val="B23C50"/>
                </a:solidFill>
                <a:latin typeface="Ubuntu Condensed"/>
                <a:ea typeface="Ubuntu Condensed"/>
                <a:cs typeface="Ubuntu Condensed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37DF01-318A-45D7-A5AB-DFDA8A83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25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25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rPr>
              <a:t>Publish on Tableau Public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2E1793-86AB-4CE7-80FE-9E8EAAEA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52950"/>
            <a:ext cx="57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>
                <a:solidFill>
                  <a:srgbClr val="B23C50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2400">
                <a:solidFill>
                  <a:srgbClr val="B23C50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2400">
                <a:solidFill>
                  <a:srgbClr val="B23C50"/>
                </a:solidFill>
                <a:latin typeface="Ubuntu Condensed"/>
                <a:ea typeface="Ubuntu Condensed"/>
                <a:cs typeface="Ubuntu Condensed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90E014-8A6B-4DDB-8258-BDB3D041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529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25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25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rPr>
              <a:t>Submit the project link, 1 screenshot (2nd optional),</a:t>
            </a:r>
          </a:p>
          <a:p xmlns:a="http://schemas.openxmlformats.org/drawingml/2006/main">
            <a:pPr>
              <a:defRPr sz="25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2550">
                <a:solidFill>
                  <a:srgbClr val="38332E"/>
                </a:solidFill>
                <a:latin typeface="Ubuntu Condensed"/>
                <a:ea typeface="Ubuntu Condensed"/>
                <a:cs typeface="Ubuntu Condensed"/>
              </a:rPr>
              <a:t>a short explanation, and your data/source URL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DABAA0-06B7-4A01-A8F9-70A74664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1277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>
                <a:solidFill>
                  <a:srgbClr val="B23C50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2325">
                <a:solidFill>
                  <a:srgbClr val="B23C50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u="sng">
                <a:hlinkClick xmlns:r="http://schemas.openxmlformats.org/officeDocument/2006/relationships" r:id="Rb390caa95e314c1e"/>
              </a:rPr>
              <a:t>How-to guide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6932C6-B725-4085-9464-E6E3A502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86525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defPPr>
          </a:lstStyle>
          <a:p xmlns:a="http://schemas.openxmlformats.org/drawingml/2006/main">
            <a:pPr>
              <a:defRPr sz="15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defRPr>
            </a:pPr>
            <a:r>
              <a:rPr sz="1500">
                <a:solidFill>
                  <a:srgbClr val="81796F"/>
                </a:solidFill>
                <a:latin typeface="Ubuntu Condensed"/>
                <a:ea typeface="Ubuntu Condensed"/>
                <a:cs typeface="Ubuntu Condensed"/>
              </a:rPr>
              <a:t>Submit individually through the usual homework form.</a:t>
            </a:r>
          </a:p>
        </p:txBody>
      </p:sp>
    </p:spTree>
    <p:extLst>
      <p:ext uri="{BB962C8B-B14F-4D97-AF65-F5344CB8AC3E}">
        <p14:creationId xmlns:p14="http://schemas.microsoft.com/office/powerpoint/2010/main" val="7067899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Ubuntu Condensed"/>
        <a:ea typeface=""/>
        <a:cs typeface=""/>
      </a:majorFont>
      <a:minorFont>
        <a:latin typeface="Ubuntu Condensed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2026-10-16T00:29:21.5050000Z</dcterms:created>
  <dcterms:modified xsi:type="dcterms:W3CDTF">2026-10-16T00:29:21.5050000Z</dcterms:modified>
</coreProperties>
</file>