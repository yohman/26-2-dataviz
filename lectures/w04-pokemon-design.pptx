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slides/charts/chart9.xml" ContentType="application/vnd.openxmlformats-officedocument.drawingml.chart+xml"/>
  <Override PartName="/ppt/slides/charts/chart10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1.xml" ContentType="application/vnd.openxmlformats-officedocument.drawingml.chart+xml"/>
  <Override PartName="/ppt/slides/charts/chart1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3.xml" ContentType="application/vnd.openxmlformats-officedocument.drawingml.chart+xml"/>
  <Override PartName="/ppt/slides/charts/chart14.xml" ContentType="application/vnd.openxmlformats-officedocument.drawingml.chart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9a182d33de44ea" /><Relationship Type="http://schemas.openxmlformats.org/officeDocument/2006/relationships/extended-properties" Target="/docProps/app.xml" Id="R7ac366413da34ac7" /><Relationship Type="http://schemas.openxmlformats.org/officeDocument/2006/relationships/officeDocument" Target="/ppt/presentation.xml" Id="Re9d6fdae5fd64f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bffd884cba48f8"/>
  </p:sldMasterIdLst>
  <p:notesMasterIdLst>
    <p:notesMasterId xmlns:r="http://schemas.openxmlformats.org/officeDocument/2006/relationships" r:id="Rfc1f713de86b48dc"/>
  </p:notesMasterIdLst>
  <p:sldIdLst>
    <p:sldId xmlns:r="http://schemas.openxmlformats.org/officeDocument/2006/relationships" id="256" r:id="R55c4a48b238c49b5"/>
    <p:sldId xmlns:r="http://schemas.openxmlformats.org/officeDocument/2006/relationships" id="257" r:id="R3d636efc3b6f485f"/>
    <p:sldId xmlns:r="http://schemas.openxmlformats.org/officeDocument/2006/relationships" id="258" r:id="R2d4edca4a2474dc8"/>
    <p:sldId xmlns:r="http://schemas.openxmlformats.org/officeDocument/2006/relationships" id="259" r:id="R4b04aa94c9804897"/>
    <p:sldId xmlns:r="http://schemas.openxmlformats.org/officeDocument/2006/relationships" id="260" r:id="R8c4df78bca6a4cda"/>
    <p:sldId xmlns:r="http://schemas.openxmlformats.org/officeDocument/2006/relationships" id="261" r:id="Rd3cf4efd5c084cf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05a43ac4f6454b" /><Relationship Type="http://schemas.openxmlformats.org/officeDocument/2006/relationships/slideMaster" Target="/ppt/slideMasters/slideMaster1.xml" Id="R0cbffd884cba48f8" /><Relationship Type="http://schemas.openxmlformats.org/officeDocument/2006/relationships/notesMaster" Target="/ppt/notesMasters/notesMaster1.xml" Id="Rfc1f713de86b48dc" /><Relationship Type="http://schemas.openxmlformats.org/officeDocument/2006/relationships/presProps" Target="/ppt/presProps.xml" Id="R58c5b012db804945" /><Relationship Type="http://schemas.openxmlformats.org/officeDocument/2006/relationships/tableStyles" Target="/ppt/tableStyles.xml" Id="R03c9db4826d74590" /><Relationship Type="http://schemas.openxmlformats.org/officeDocument/2006/relationships/slide" Target="/ppt/slides/slide1.xml" Id="R55c4a48b238c49b5" /><Relationship Type="http://schemas.openxmlformats.org/officeDocument/2006/relationships/slide" Target="/ppt/slides/slide2.xml" Id="R3d636efc3b6f485f" /><Relationship Type="http://schemas.openxmlformats.org/officeDocument/2006/relationships/slide" Target="/ppt/slides/slide3.xml" Id="R2d4edca4a2474dc8" /><Relationship Type="http://schemas.openxmlformats.org/officeDocument/2006/relationships/slide" Target="/ppt/slides/slide4.xml" Id="R4b04aa94c9804897" /><Relationship Type="http://schemas.openxmlformats.org/officeDocument/2006/relationships/slide" Target="/ppt/slides/slide5.xml" Id="R8c4df78bca6a4cda" /><Relationship Type="http://schemas.openxmlformats.org/officeDocument/2006/relationships/slide" Target="/ppt/slides/slide6.xml" Id="Rd3cf4efd5c084c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cd868397d541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Ubuntu Condensed"/>
        <a:ea typeface=""/>
        <a:cs typeface=""/>
      </a:majorFont>
      <a:minorFont>
        <a:latin typeface="Ubuntu Condensed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5f7693cbbc44a7" /><Relationship Type="http://schemas.openxmlformats.org/officeDocument/2006/relationships/notesMaster" Target="/ppt/notesMasters/notesMaster1.xml" Id="R16e25b3899aa43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a5bf8acf45466f" /><Relationship Type="http://schemas.openxmlformats.org/officeDocument/2006/relationships/notesMaster" Target="/ppt/notesMasters/notesMaster1.xml" Id="R824245649b0841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7c5631210a40e7" /><Relationship Type="http://schemas.openxmlformats.org/officeDocument/2006/relationships/notesMaster" Target="/ppt/notesMasters/notesMaster1.xml" Id="Rc2fdc078d14f43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32d882365542d1" /><Relationship Type="http://schemas.openxmlformats.org/officeDocument/2006/relationships/notesMaster" Target="/ppt/notesMasters/notesMaster1.xml" Id="Radf1648779b74e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2d06c468fb463a" /><Relationship Type="http://schemas.openxmlformats.org/officeDocument/2006/relationships/notesMaster" Target="/ppt/notesMasters/notesMaster1.xml" Id="R8541287e5ef34e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3c7d3e29194221" /><Relationship Type="http://schemas.openxmlformats.org/officeDocument/2006/relationships/notesMaster" Target="/ppt/notesMasters/notesMaster1.xml" Id="Ra3255cef20e444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which encoding makes the ranking and gaps easier to compare. Bar length has a shared baseline; bubble AREA is proportional to Attack, not diameter. Neither panel contains a different dataset. Five selected Generation 1 species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Data: data/pokemon-review.csv. PokéAPI, retrieved 2026-10-15. Default form per species; current base stats and types, not historical Gen 1 values. Source: https://pokeapi.co/docs/v2</a:t>
            </a:r>
          </a:p>
          <a:p xmlns:a="http://schemas.openxmlformats.org/drawingml/2006/main">
            <a:r>
              <a:t>Teaching references: https://courses.cs.washington.edu/courses/cse512/24sp/ and https://www.cs171.org/2024/syllabus/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Both plots show the identical 151 Generation 1 species with the same axis ranges. Left: all 18 current primary types use distinct hues. Right: Electric-type Pokémon highlighted, others gray. Ask what question each treatment invites. Color supports a question, not decoration.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Data: data/pokemon-review.csv. PokéAPI, retrieved 2026-10-15. Default form per species; current base stats and types, not historical Gen 1 values. Source: https://pokeapi.co/docs/v2</a:t>
            </a:r>
          </a:p>
          <a:p xmlns:a="http://schemas.openxmlformats.org/drawingml/2006/main">
            <a:r>
              <a:t>Teaching references: https://courses.cs.washington.edu/courses/cse512/24sp/ and https://www.cs171.org/2024/syllabus/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panel has the same Attack/Defense positions for 151 Generation 1 species. Left: categorical primary type, four named types plus Other. Middle: ordered Weight_kg bins (sequential light to dark). Right: Defense minus Attack bins around zero (diverging blue versus red); purple marks differences within 10 points. These are base-stat differences, not win probabilities.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Data: data/pokemon-review.csv. PokéAPI, retrieved 2026-10-15. Default form per species; current base stats and types, not historical Gen 1 values. Source: https://pokeapi.co/docs/v2</a:t>
            </a:r>
          </a:p>
          <a:p xmlns:a="http://schemas.openxmlformats.org/drawingml/2006/main">
            <a:r>
              <a:t>Teaching references: https://courses.cs.washington.edu/courses/cse512/24sp/ and https://www.cs171.org/2024/syllabus/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Mean Attack and mean Defense for primary-type Water, Fire, Grass among Generation 1 species. Both halves contain exactly the same data and 0–100 scale. The left charts are horizontally offset; the right share a baseline and category-label alignment. Ask students which makes comparisons across the two measures easier.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Data: data/pokemon-review.csv. PokéAPI, retrieved 2026-10-15. Default form per species; current base stats and types, not historical Gen 1 values. Source: https://pokeapi.co/docs/v2</a:t>
            </a:r>
          </a:p>
          <a:p xmlns:a="http://schemas.openxmlformats.org/drawingml/2006/main">
            <a:r>
              <a:t>Teaching references: https://courses.cs.washington.edu/courses/cse512/24sp/ and https://www.cs171.org/2024/syllabus/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Same subset of Generation 1 species with primary type Water, Fire, Grass, Electric or Normal. Left one mark per species. Right one mark per primary type: arithmetic means of base Attack and Defense, not sums. Means hide within-type variation and outliers. Ask students why Tableau originally produced a single circle, and what a type average cannot show.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Data: data/pokemon-review.csv. PokéAPI, retrieved 2026-10-15. Default form per species; current base stats and types, not historical Gen 1 values. Source: https://pokeapi.co/docs/v2</a:t>
            </a:r>
          </a:p>
          <a:p xmlns:a="http://schemas.openxmlformats.org/drawingml/2006/main">
            <a:r>
              <a:t>Teaching references: https://courses.cs.washington.edu/courses/cse512/24sp/ and https://www.cs171.org/2024/syllabus/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Both charts show all 151 Generation 1 species. Onix has base Attack 45 and Defense 160 in the supplied CSV. Left generic title; right specific supported observation with one direct label. Other points remain visible for context. Ask what evidence the title actually supports. Do not infer that Defense alone measures overall strength.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Data: data/pokemon-review.csv. PokéAPI, retrieved 2026-10-15. Default form per species; current base stats and types, not historical Gen 1 values. Source: https://pokeapi.co/docs/v2</a:t>
            </a:r>
          </a:p>
          <a:p xmlns:a="http://schemas.openxmlformats.org/drawingml/2006/main">
            <a:r>
              <a:t>Teaching references: https://courses.cs.washington.edu/courses/cse512/24sp/ and https://www.cs171.org/2024/syllabus/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e53b78a78243e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b7eca53c464b7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8075bf5483497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7029d6a7f048e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b4eb4deced461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db66aa6d294b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D7CD84-2D7B-412B-A1D3-6542E0C41F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2C7DEFA-EB41-47EF-AFB6-7840F16BC51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4B3F8C3-ABD5-4111-B0B4-184D959427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2D01FE0-6B74-4A2A-AABA-1EE64E42F6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28D3847-1DA5-4F2D-9A1B-78B81C304F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11D6274-3BE1-4594-A7A8-49DC220570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6A5EEA5-53CB-4587-8F10-C499545920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2C0E0D3-8D35-4245-9FAE-E4EE486B70E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EBCF291-BE0C-47A6-BDFA-6ADE692140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42A4580-2A87-405F-87C2-9CE5D03A3A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2aee23912542fd" /><Relationship Type="http://schemas.openxmlformats.org/officeDocument/2006/relationships/slideLayout" Target="/ppt/slideLayouts/slideLayout1.xml" Id="R18e24dfe17dd496c" /><Relationship Type="http://schemas.openxmlformats.org/officeDocument/2006/relationships/slideLayout" Target="/ppt/slideLayouts/slideLayout2.xml" Id="R519dfe0ea7de4992" /><Relationship Type="http://schemas.openxmlformats.org/officeDocument/2006/relationships/slideLayout" Target="/ppt/slideLayouts/slideLayout3.xml" Id="R7b392552b61c471f" /><Relationship Type="http://schemas.openxmlformats.org/officeDocument/2006/relationships/slideLayout" Target="/ppt/slideLayouts/slideLayout4.xml" Id="R6c93664c93de48db" /><Relationship Type="http://schemas.openxmlformats.org/officeDocument/2006/relationships/slideLayout" Target="/ppt/slideLayouts/slideLayout5.xml" Id="Rf3cd880fb48d450f" /><Relationship Type="http://schemas.openxmlformats.org/officeDocument/2006/relationships/slideLayout" Target="/ppt/slideLayouts/slideLayout6.xml" Id="R4193e8b687244c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e24dfe17dd496c"/>
    <p:sldLayoutId xmlns:r="http://schemas.openxmlformats.org/officeDocument/2006/relationships" id="2147483650" r:id="R519dfe0ea7de4992"/>
    <p:sldLayoutId xmlns:r="http://schemas.openxmlformats.org/officeDocument/2006/relationships" id="2147483651" r:id="R7b392552b61c471f"/>
    <p:sldLayoutId xmlns:r="http://schemas.openxmlformats.org/officeDocument/2006/relationships" id="2147483652" r:id="R6c93664c93de48db"/>
    <p:sldLayoutId xmlns:r="http://schemas.openxmlformats.org/officeDocument/2006/relationships" id="2147483653" r:id="Rf3cd880fb48d450f"/>
    <p:sldLayoutId xmlns:r="http://schemas.openxmlformats.org/officeDocument/2006/relationships" id="2147483654" r:id="R4193e8b687244c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Ubuntu Condensed"/>
        <a:ea typeface=""/>
        <a:cs typeface=""/>
      </a:majorFont>
      <a:minorFont>
        <a:latin typeface="Ubuntu Condensed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eff383fd6b41bd" /><Relationship Type="http://schemas.openxmlformats.org/officeDocument/2006/relationships/chart" Target="/ppt/slides/charts/chart1.xml" Id="R050a1d34de6b4638" /><Relationship Type="http://schemas.openxmlformats.org/officeDocument/2006/relationships/notesSlide" Target="/ppt/notesSlides/notesSlide1.xml" Id="Rae363f75322944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1a17fa743e42f1" /><Relationship Type="http://schemas.openxmlformats.org/officeDocument/2006/relationships/chart" Target="/ppt/slides/charts/chart2.xml" Id="R2e6a53dc916e4680" /><Relationship Type="http://schemas.openxmlformats.org/officeDocument/2006/relationships/chart" Target="/ppt/slides/charts/chart3.xml" Id="R7aacd9fdcd444dce" /><Relationship Type="http://schemas.openxmlformats.org/officeDocument/2006/relationships/notesSlide" Target="/ppt/notesSlides/notesSlide2.xml" Id="Raeaa566af4084e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802a1f95ea4048" /><Relationship Type="http://schemas.openxmlformats.org/officeDocument/2006/relationships/chart" Target="/ppt/slides/charts/chart4.xml" Id="R2be519d4916e4f23" /><Relationship Type="http://schemas.openxmlformats.org/officeDocument/2006/relationships/chart" Target="/ppt/slides/charts/chart5.xml" Id="R313b2c1f2d374361" /><Relationship Type="http://schemas.openxmlformats.org/officeDocument/2006/relationships/chart" Target="/ppt/slides/charts/chart6.xml" Id="R07082f913ebc44dc" /><Relationship Type="http://schemas.openxmlformats.org/officeDocument/2006/relationships/notesSlide" Target="/ppt/notesSlides/notesSlide3.xml" Id="R1505f6f889e041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b24eb2ec2f4d7f" /><Relationship Type="http://schemas.openxmlformats.org/officeDocument/2006/relationships/chart" Target="/ppt/slides/charts/chart7.xml" Id="Rb96ef116bb8143a7" /><Relationship Type="http://schemas.openxmlformats.org/officeDocument/2006/relationships/chart" Target="/ppt/slides/charts/chart8.xml" Id="Re7efb1abb47b4d6b" /><Relationship Type="http://schemas.openxmlformats.org/officeDocument/2006/relationships/chart" Target="/ppt/slides/charts/chart9.xml" Id="R2ae56fe368634bcf" /><Relationship Type="http://schemas.openxmlformats.org/officeDocument/2006/relationships/chart" Target="/ppt/slides/charts/chart10.xml" Id="R3e570b76eb044f44" /><Relationship Type="http://schemas.openxmlformats.org/officeDocument/2006/relationships/notesSlide" Target="/ppt/notesSlides/notesSlide4.xml" Id="Rdd9a86d3518c47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be7b806bf74491" /><Relationship Type="http://schemas.openxmlformats.org/officeDocument/2006/relationships/chart" Target="/ppt/slides/charts/chart11.xml" Id="R6418f4df52eb4f63" /><Relationship Type="http://schemas.openxmlformats.org/officeDocument/2006/relationships/chart" Target="/ppt/slides/charts/chart12.xml" Id="R771591a565a743b3" /><Relationship Type="http://schemas.openxmlformats.org/officeDocument/2006/relationships/notesSlide" Target="/ppt/notesSlides/notesSlide5.xml" Id="Ra65b12c9fa0048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18a7c8c5e14d56" /><Relationship Type="http://schemas.openxmlformats.org/officeDocument/2006/relationships/chart" Target="/ppt/slides/charts/chart13.xml" Id="R3e121577cd1f4d7b" /><Relationship Type="http://schemas.openxmlformats.org/officeDocument/2006/relationships/chart" Target="/ppt/slides/charts/chart14.xml" Id="Rde4cb2451bbc41d6" /><Relationship Type="http://schemas.openxmlformats.org/officeDocument/2006/relationships/notesSlide" Target="/ppt/notesSlides/notesSlide6.xml" Id="R60830e7fea1f4d9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_rels/chart11.xml.rels><Relationships xmlns="http://schemas.openxmlformats.org/package/2006/relationships"><Relationship Id="rIdChartSnapshot1" Type="http://schemas.openxmlformats.org/officeDocument/2006/relationships/package" Target="../../embeddings/chart-data-snapshot-011.xlsx"/></Relationships>
</file>

<file path=ppt/slides/charts/_rels/chart12.xml.rels><Relationships xmlns="http://schemas.openxmlformats.org/package/2006/relationships"><Relationship Id="rIdChartSnapshot1" Type="http://schemas.openxmlformats.org/officeDocument/2006/relationships/package" Target="../../embeddings/chart-data-snapshot-012.xlsx"/></Relationships>
</file>

<file path=ppt/slides/charts/_rels/chart13.xml.rels><Relationships xmlns="http://schemas.openxmlformats.org/package/2006/relationships"><Relationship Id="rIdChartSnapshot1" Type="http://schemas.openxmlformats.org/officeDocument/2006/relationships/package" Target="../../embeddings/chart-data-snapshot-013.xlsx"/></Relationships>
</file>

<file path=ppt/slides/charts/_rels/chart14.xml.rels><Relationships xmlns="http://schemas.openxmlformats.org/package/2006/relationships"><Relationship Id="rIdChartSnapshot1" Type="http://schemas.openxmlformats.org/officeDocument/2006/relationships/package" Target="../../embeddings/chart-data-snapshot-01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Attack</c:v>
          </c:tx>
          <c:spPr>
            <a:solidFill xmlns:a="http://schemas.openxmlformats.org/drawingml/2006/main">
              <a:srgbClr val="B23C50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Pikachu</c:v>
                </c:pt>
                <c:pt idx="1">
                  <c:v>Machamp</c:v>
                </c:pt>
                <c:pt idx="2">
                  <c:v>Gengar</c:v>
                </c:pt>
                <c:pt idx="3">
                  <c:v>Snorlax</c:v>
                </c:pt>
                <c:pt idx="4">
                  <c:v>Dragonite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55</c:v>
                </c:pt>
                <c:pt idx="1">
                  <c:v>130</c:v>
                </c:pt>
                <c:pt idx="2">
                  <c:v>65</c:v>
                </c:pt>
                <c:pt idx="3">
                  <c:v>110</c:v>
                </c:pt>
                <c:pt idx="4">
                  <c:v>134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38332E"/>
                  </a:solidFill>
                  <a:latin typeface="Ubuntu Condensed"/>
                  <a:ea typeface="Ubuntu Condensed"/>
                  <a:cs typeface="Ubuntu Condense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AE7E1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pPr>
          </a:p>
        </c:txPr>
        <c:crossAx val="48672768"/>
      </c:catAx>
      <c:valAx>
        <c:axId val="48672768"/>
        <c:scaling>
          <c:orientation val="minMax"/>
          <c:max val="150"/>
          <c:min val="0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pPr>
          </a:p>
        </c:txPr>
        <c:crossAx val="48650112"/>
        <c:crossBetween val="between"/>
        <c:majorUnit val="50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varyColors val="0"/>
        <c:ser>
          <c:idx val="0"/>
          <c:order val="0"/>
          <c:tx>
            <c:v>Grass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497C90"/>
              </a:solidFill>
            </c:spPr>
          </c:marker>
          <c:xVal>
            <c:numRef>
              <c:f>'Chart Data'!$A$2:$A$13</c:f>
              <c:numCache>
                <c:formatCode>General</c:formatCode>
                <c:ptCount val="12"/>
                <c:pt idx="0">
                  <c:v>49</c:v>
                </c:pt>
                <c:pt idx="1">
                  <c:v>62</c:v>
                </c:pt>
                <c:pt idx="2">
                  <c:v>82</c:v>
                </c:pt>
                <c:pt idx="3">
                  <c:v>50</c:v>
                </c:pt>
                <c:pt idx="4">
                  <c:v>65</c:v>
                </c:pt>
                <c:pt idx="5">
                  <c:v>80</c:v>
                </c:pt>
                <c:pt idx="6">
                  <c:v>75</c:v>
                </c:pt>
                <c:pt idx="7">
                  <c:v>90</c:v>
                </c:pt>
                <c:pt idx="8">
                  <c:v>105</c:v>
                </c:pt>
                <c:pt idx="9">
                  <c:v>40</c:v>
                </c:pt>
                <c:pt idx="10">
                  <c:v>95</c:v>
                </c:pt>
                <c:pt idx="11">
                  <c:v>55</c:v>
                </c:pt>
              </c:numCache>
            </c:numRef>
          </c:xVal>
          <c:yVal>
            <c:numRef>
              <c:f>'Chart Data'!$B$2:$B$13</c:f>
              <c:numCache>
                <c:formatCode>General</c:formatCode>
                <c:ptCount val="12"/>
                <c:pt idx="0">
                  <c:v>49</c:v>
                </c:pt>
                <c:pt idx="1">
                  <c:v>63</c:v>
                </c:pt>
                <c:pt idx="2">
                  <c:v>83</c:v>
                </c:pt>
                <c:pt idx="3">
                  <c:v>55</c:v>
                </c:pt>
                <c:pt idx="4">
                  <c:v>70</c:v>
                </c:pt>
                <c:pt idx="5">
                  <c:v>85</c:v>
                </c:pt>
                <c:pt idx="6">
                  <c:v>35</c:v>
                </c:pt>
                <c:pt idx="7">
                  <c:v>50</c:v>
                </c:pt>
                <c:pt idx="8">
                  <c:v>65</c:v>
                </c:pt>
                <c:pt idx="9">
                  <c:v>80</c:v>
                </c:pt>
                <c:pt idx="10">
                  <c:v>85</c:v>
                </c:pt>
                <c:pt idx="11">
                  <c:v>115</c:v>
                </c:pt>
              </c:numCache>
            </c:numRef>
          </c:yVal>
        </c:ser>
        <c:ser>
          <c:idx val="1"/>
          <c:order val="1"/>
          <c:tx>
            <c:v>Fire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C07443"/>
              </a:solidFill>
            </c:spPr>
          </c:marker>
          <c:xVal>
            <c:numRef>
              <c:f>'Chart Data'!$C$2:$C$13</c:f>
              <c:numCache>
                <c:formatCode>General</c:formatCode>
                <c:ptCount val="12"/>
                <c:pt idx="0">
                  <c:v>52</c:v>
                </c:pt>
                <c:pt idx="1">
                  <c:v>64</c:v>
                </c:pt>
                <c:pt idx="2">
                  <c:v>84</c:v>
                </c:pt>
                <c:pt idx="3">
                  <c:v>41</c:v>
                </c:pt>
                <c:pt idx="4">
                  <c:v>76</c:v>
                </c:pt>
                <c:pt idx="5">
                  <c:v>70</c:v>
                </c:pt>
                <c:pt idx="6">
                  <c:v>110</c:v>
                </c:pt>
                <c:pt idx="7">
                  <c:v>85</c:v>
                </c:pt>
                <c:pt idx="8">
                  <c:v>100</c:v>
                </c:pt>
                <c:pt idx="9">
                  <c:v>95</c:v>
                </c:pt>
                <c:pt idx="10">
                  <c:v>130</c:v>
                </c:pt>
                <c:pt idx="11">
                  <c:v>100</c:v>
                </c:pt>
              </c:numCache>
            </c:numRef>
          </c:xVal>
          <c:yVal>
            <c:numRef>
              <c:f>'Chart Data'!$D$2:$D$13</c:f>
              <c:numCache>
                <c:formatCode>General</c:formatCode>
                <c:ptCount val="12"/>
                <c:pt idx="0">
                  <c:v>43</c:v>
                </c:pt>
                <c:pt idx="1">
                  <c:v>58</c:v>
                </c:pt>
                <c:pt idx="2">
                  <c:v>78</c:v>
                </c:pt>
                <c:pt idx="3">
                  <c:v>40</c:v>
                </c:pt>
                <c:pt idx="4">
                  <c:v>75</c:v>
                </c:pt>
                <c:pt idx="5">
                  <c:v>45</c:v>
                </c:pt>
                <c:pt idx="6">
                  <c:v>80</c:v>
                </c:pt>
                <c:pt idx="7">
                  <c:v>55</c:v>
                </c:pt>
                <c:pt idx="8">
                  <c:v>70</c:v>
                </c:pt>
                <c:pt idx="9">
                  <c:v>57</c:v>
                </c:pt>
                <c:pt idx="10">
                  <c:v>60</c:v>
                </c:pt>
                <c:pt idx="11">
                  <c:v>90</c:v>
                </c:pt>
              </c:numCache>
            </c:numRef>
          </c:yVal>
        </c:ser>
        <c:ser>
          <c:idx val="2"/>
          <c:order val="2"/>
          <c:tx>
            <c:v>Water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668957"/>
              </a:solidFill>
            </c:spPr>
          </c:marker>
          <c:xVal>
            <c:numRef>
              <c:f>'Chart Data'!$E$2:$E$29</c:f>
              <c:numCache>
                <c:formatCode>General</c:formatCode>
                <c:ptCount val="28"/>
                <c:pt idx="0">
                  <c:v>48</c:v>
                </c:pt>
                <c:pt idx="1">
                  <c:v>63</c:v>
                </c:pt>
                <c:pt idx="2">
                  <c:v>83</c:v>
                </c:pt>
                <c:pt idx="3">
                  <c:v>52</c:v>
                </c:pt>
                <c:pt idx="4">
                  <c:v>82</c:v>
                </c:pt>
                <c:pt idx="5">
                  <c:v>50</c:v>
                </c:pt>
                <c:pt idx="6">
                  <c:v>65</c:v>
                </c:pt>
                <c:pt idx="7">
                  <c:v>95</c:v>
                </c:pt>
                <c:pt idx="8">
                  <c:v>40</c:v>
                </c:pt>
                <c:pt idx="9">
                  <c:v>70</c:v>
                </c:pt>
                <c:pt idx="10">
                  <c:v>65</c:v>
                </c:pt>
                <c:pt idx="11">
                  <c:v>75</c:v>
                </c:pt>
                <c:pt idx="12">
                  <c:v>45</c:v>
                </c:pt>
                <c:pt idx="13">
                  <c:v>70</c:v>
                </c:pt>
                <c:pt idx="14">
                  <c:v>65</c:v>
                </c:pt>
                <c:pt idx="15">
                  <c:v>95</c:v>
                </c:pt>
                <c:pt idx="16">
                  <c:v>105</c:v>
                </c:pt>
                <c:pt idx="17">
                  <c:v>130</c:v>
                </c:pt>
                <c:pt idx="18">
                  <c:v>40</c:v>
                </c:pt>
                <c:pt idx="19">
                  <c:v>65</c:v>
                </c:pt>
                <c:pt idx="20">
                  <c:v>67</c:v>
                </c:pt>
                <c:pt idx="21">
                  <c:v>92</c:v>
                </c:pt>
                <c:pt idx="22">
                  <c:v>45</c:v>
                </c:pt>
                <c:pt idx="23">
                  <c:v>75</c:v>
                </c:pt>
                <c:pt idx="24">
                  <c:v>10</c:v>
                </c:pt>
                <c:pt idx="25">
                  <c:v>125</c:v>
                </c:pt>
                <c:pt idx="26">
                  <c:v>85</c:v>
                </c:pt>
                <c:pt idx="27">
                  <c:v>65</c:v>
                </c:pt>
              </c:numCache>
            </c:numRef>
          </c:xVal>
          <c:yVal>
            <c:numRef>
              <c:f>'Chart Data'!$F$2:$F$29</c:f>
              <c:numCache>
                <c:formatCode>General</c:formatCode>
                <c:ptCount val="28"/>
                <c:pt idx="0">
                  <c:v>65</c:v>
                </c:pt>
                <c:pt idx="1">
                  <c:v>80</c:v>
                </c:pt>
                <c:pt idx="2">
                  <c:v>100</c:v>
                </c:pt>
                <c:pt idx="3">
                  <c:v>48</c:v>
                </c:pt>
                <c:pt idx="4">
                  <c:v>78</c:v>
                </c:pt>
                <c:pt idx="5">
                  <c:v>40</c:v>
                </c:pt>
                <c:pt idx="6">
                  <c:v>65</c:v>
                </c:pt>
                <c:pt idx="7">
                  <c:v>95</c:v>
                </c:pt>
                <c:pt idx="8">
                  <c:v>35</c:v>
                </c:pt>
                <c:pt idx="9">
                  <c:v>65</c:v>
                </c:pt>
                <c:pt idx="10">
                  <c:v>65</c:v>
                </c:pt>
                <c:pt idx="11">
                  <c:v>110</c:v>
                </c:pt>
                <c:pt idx="12">
                  <c:v>55</c:v>
                </c:pt>
                <c:pt idx="13">
                  <c:v>80</c:v>
                </c:pt>
                <c:pt idx="14">
                  <c:v>100</c:v>
                </c:pt>
                <c:pt idx="15">
                  <c:v>180</c:v>
                </c:pt>
                <c:pt idx="16">
                  <c:v>90</c:v>
                </c:pt>
                <c:pt idx="17">
                  <c:v>115</c:v>
                </c:pt>
                <c:pt idx="18">
                  <c:v>70</c:v>
                </c:pt>
                <c:pt idx="19">
                  <c:v>95</c:v>
                </c:pt>
                <c:pt idx="20">
                  <c:v>60</c:v>
                </c:pt>
                <c:pt idx="21">
                  <c:v>65</c:v>
                </c:pt>
                <c:pt idx="22">
                  <c:v>55</c:v>
                </c:pt>
                <c:pt idx="23">
                  <c:v>85</c:v>
                </c:pt>
                <c:pt idx="24">
                  <c:v>55</c:v>
                </c:pt>
                <c:pt idx="25">
                  <c:v>79</c:v>
                </c:pt>
                <c:pt idx="26">
                  <c:v>80</c:v>
                </c:pt>
                <c:pt idx="27">
                  <c:v>60</c:v>
                </c:pt>
              </c:numCache>
            </c:numRef>
          </c:yVal>
        </c:ser>
        <c:ser>
          <c:idx val="3"/>
          <c:order val="3"/>
          <c:tx>
            <c:v>Bug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9E6682"/>
              </a:solidFill>
            </c:spPr>
          </c:marker>
          <c:xVal>
            <c:numRef>
              <c:f>'Chart Data'!$G$2:$G$13</c:f>
              <c:numCache>
                <c:formatCode>General</c:formatCode>
                <c:ptCount val="12"/>
                <c:pt idx="0">
                  <c:v>30</c:v>
                </c:pt>
                <c:pt idx="1">
                  <c:v>20</c:v>
                </c:pt>
                <c:pt idx="2">
                  <c:v>45</c:v>
                </c:pt>
                <c:pt idx="3">
                  <c:v>35</c:v>
                </c:pt>
                <c:pt idx="4">
                  <c:v>25</c:v>
                </c:pt>
                <c:pt idx="5">
                  <c:v>90</c:v>
                </c:pt>
                <c:pt idx="6">
                  <c:v>70</c:v>
                </c:pt>
                <c:pt idx="7">
                  <c:v>95</c:v>
                </c:pt>
                <c:pt idx="8">
                  <c:v>55</c:v>
                </c:pt>
                <c:pt idx="9">
                  <c:v>65</c:v>
                </c:pt>
                <c:pt idx="10">
                  <c:v>110</c:v>
                </c:pt>
                <c:pt idx="11">
                  <c:v>125</c:v>
                </c:pt>
              </c:numCache>
            </c:numRef>
          </c:xVal>
          <c:yVal>
            <c:numRef>
              <c:f>'Chart Data'!$H$2:$H$13</c:f>
              <c:numCache>
                <c:formatCode>General</c:formatCode>
                <c:ptCount val="12"/>
                <c:pt idx="0">
                  <c:v>35</c:v>
                </c:pt>
                <c:pt idx="1">
                  <c:v>55</c:v>
                </c:pt>
                <c:pt idx="2">
                  <c:v>50</c:v>
                </c:pt>
                <c:pt idx="3">
                  <c:v>30</c:v>
                </c:pt>
                <c:pt idx="4">
                  <c:v>50</c:v>
                </c:pt>
                <c:pt idx="5">
                  <c:v>40</c:v>
                </c:pt>
                <c:pt idx="6">
                  <c:v>55</c:v>
                </c:pt>
                <c:pt idx="7">
                  <c:v>80</c:v>
                </c:pt>
                <c:pt idx="8">
                  <c:v>50</c:v>
                </c:pt>
                <c:pt idx="9">
                  <c:v>60</c:v>
                </c:pt>
                <c:pt idx="10">
                  <c:v>80</c:v>
                </c:pt>
                <c:pt idx="11">
                  <c:v>100</c:v>
                </c:pt>
              </c:numCache>
            </c:numRef>
          </c:yVal>
        </c:ser>
        <c:ser>
          <c:idx val="4"/>
          <c:order val="4"/>
          <c:tx>
            <c:v>Normal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B29C43"/>
              </a:solidFill>
            </c:spPr>
          </c:marker>
          <c:xVal>
            <c:numRef>
              <c:f>'Chart Data'!$I$2:$I$23</c:f>
              <c:numCache>
                <c:formatCode>General</c:formatCode>
                <c:ptCount val="22"/>
                <c:pt idx="0">
                  <c:v>45</c:v>
                </c:pt>
                <c:pt idx="1">
                  <c:v>60</c:v>
                </c:pt>
                <c:pt idx="2">
                  <c:v>80</c:v>
                </c:pt>
                <c:pt idx="3">
                  <c:v>56</c:v>
                </c:pt>
                <c:pt idx="4">
                  <c:v>81</c:v>
                </c:pt>
                <c:pt idx="5">
                  <c:v>60</c:v>
                </c:pt>
                <c:pt idx="6">
                  <c:v>90</c:v>
                </c:pt>
                <c:pt idx="7">
                  <c:v>45</c:v>
                </c:pt>
                <c:pt idx="8">
                  <c:v>70</c:v>
                </c:pt>
                <c:pt idx="9">
                  <c:v>45</c:v>
                </c:pt>
                <c:pt idx="10">
                  <c:v>70</c:v>
                </c:pt>
                <c:pt idx="11">
                  <c:v>90</c:v>
                </c:pt>
                <c:pt idx="12">
                  <c:v>85</c:v>
                </c:pt>
                <c:pt idx="13">
                  <c:v>110</c:v>
                </c:pt>
                <c:pt idx="14">
                  <c:v>55</c:v>
                </c:pt>
                <c:pt idx="15">
                  <c:v>5</c:v>
                </c:pt>
                <c:pt idx="16">
                  <c:v>95</c:v>
                </c:pt>
                <c:pt idx="17">
                  <c:v>100</c:v>
                </c:pt>
                <c:pt idx="18">
                  <c:v>48</c:v>
                </c:pt>
                <c:pt idx="19">
                  <c:v>55</c:v>
                </c:pt>
                <c:pt idx="20">
                  <c:v>60</c:v>
                </c:pt>
                <c:pt idx="21">
                  <c:v>110</c:v>
                </c:pt>
              </c:numCache>
            </c:numRef>
          </c:xVal>
          <c:yVal>
            <c:numRef>
              <c:f>'Chart Data'!$J$2:$J$23</c:f>
              <c:numCache>
                <c:formatCode>General</c:formatCode>
                <c:ptCount val="22"/>
                <c:pt idx="0">
                  <c:v>40</c:v>
                </c:pt>
                <c:pt idx="1">
                  <c:v>55</c:v>
                </c:pt>
                <c:pt idx="2">
                  <c:v>75</c:v>
                </c:pt>
                <c:pt idx="3">
                  <c:v>35</c:v>
                </c:pt>
                <c:pt idx="4">
                  <c:v>60</c:v>
                </c:pt>
                <c:pt idx="5">
                  <c:v>30</c:v>
                </c:pt>
                <c:pt idx="6">
                  <c:v>65</c:v>
                </c:pt>
                <c:pt idx="7">
                  <c:v>20</c:v>
                </c:pt>
                <c:pt idx="8">
                  <c:v>45</c:v>
                </c:pt>
                <c:pt idx="9">
                  <c:v>35</c:v>
                </c:pt>
                <c:pt idx="10">
                  <c:v>60</c:v>
                </c:pt>
                <c:pt idx="11">
                  <c:v>55</c:v>
                </c:pt>
                <c:pt idx="12">
                  <c:v>45</c:v>
                </c:pt>
                <c:pt idx="13">
                  <c:v>70</c:v>
                </c:pt>
                <c:pt idx="14">
                  <c:v>75</c:v>
                </c:pt>
                <c:pt idx="15">
                  <c:v>5</c:v>
                </c:pt>
                <c:pt idx="16">
                  <c:v>80</c:v>
                </c:pt>
                <c:pt idx="17">
                  <c:v>95</c:v>
                </c:pt>
                <c:pt idx="18">
                  <c:v>48</c:v>
                </c:pt>
                <c:pt idx="19">
                  <c:v>50</c:v>
                </c:pt>
                <c:pt idx="20">
                  <c:v>70</c:v>
                </c:pt>
                <c:pt idx="21">
                  <c:v>65</c:v>
                </c:pt>
              </c:numCache>
            </c:numRef>
          </c:yVal>
        </c:ser>
        <c:ser>
          <c:idx val="5"/>
          <c:order val="5"/>
          <c:tx>
            <c:v>Poison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896DA2"/>
              </a:solidFill>
            </c:spPr>
          </c:marker>
          <c:xVal>
            <c:numRef>
              <c:f>'Chart Data'!$K$2:$K$15</c:f>
              <c:numCache>
                <c:formatCode>General</c:formatCode>
                <c:ptCount val="14"/>
                <c:pt idx="0">
                  <c:v>60</c:v>
                </c:pt>
                <c:pt idx="1">
                  <c:v>95</c:v>
                </c:pt>
                <c:pt idx="2">
                  <c:v>47</c:v>
                </c:pt>
                <c:pt idx="3">
                  <c:v>62</c:v>
                </c:pt>
                <c:pt idx="4">
                  <c:v>92</c:v>
                </c:pt>
                <c:pt idx="5">
                  <c:v>57</c:v>
                </c:pt>
                <c:pt idx="6">
                  <c:v>72</c:v>
                </c:pt>
                <c:pt idx="7">
                  <c:v>102</c:v>
                </c:pt>
                <c:pt idx="8">
                  <c:v>45</c:v>
                </c:pt>
                <c:pt idx="9">
                  <c:v>80</c:v>
                </c:pt>
                <c:pt idx="10">
                  <c:v>80</c:v>
                </c:pt>
                <c:pt idx="11">
                  <c:v>105</c:v>
                </c:pt>
                <c:pt idx="12">
                  <c:v>65</c:v>
                </c:pt>
                <c:pt idx="13">
                  <c:v>90</c:v>
                </c:pt>
              </c:numCache>
            </c:numRef>
          </c:xVal>
          <c:yVal>
            <c:numRef>
              <c:f>'Chart Data'!$L$2:$L$15</c:f>
              <c:numCache>
                <c:formatCode>General</c:formatCode>
                <c:ptCount val="14"/>
                <c:pt idx="0">
                  <c:v>44</c:v>
                </c:pt>
                <c:pt idx="1">
                  <c:v>69</c:v>
                </c:pt>
                <c:pt idx="2">
                  <c:v>52</c:v>
                </c:pt>
                <c:pt idx="3">
                  <c:v>67</c:v>
                </c:pt>
                <c:pt idx="4">
                  <c:v>87</c:v>
                </c:pt>
                <c:pt idx="5">
                  <c:v>40</c:v>
                </c:pt>
                <c:pt idx="6">
                  <c:v>57</c:v>
                </c:pt>
                <c:pt idx="7">
                  <c:v>77</c:v>
                </c:pt>
                <c:pt idx="8">
                  <c:v>35</c:v>
                </c:pt>
                <c:pt idx="9">
                  <c:v>70</c:v>
                </c:pt>
                <c:pt idx="10">
                  <c:v>50</c:v>
                </c:pt>
                <c:pt idx="11">
                  <c:v>75</c:v>
                </c:pt>
                <c:pt idx="12">
                  <c:v>95</c:v>
                </c:pt>
                <c:pt idx="13">
                  <c:v>120</c:v>
                </c:pt>
              </c:numCache>
            </c:numRef>
          </c:yVal>
        </c:ser>
        <c:ser>
          <c:idx val="6"/>
          <c:order val="6"/>
          <c:tx>
            <c:v>Electric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5A9290"/>
              </a:solidFill>
            </c:spPr>
          </c:marker>
          <c:xVal>
            <c:numRef>
              <c:f>'Chart Data'!$M$2:$M$10</c:f>
              <c:numCache>
                <c:formatCode>General</c:formatCode>
                <c:ptCount val="9"/>
                <c:pt idx="0">
                  <c:v>55</c:v>
                </c:pt>
                <c:pt idx="1">
                  <c:v>90</c:v>
                </c:pt>
                <c:pt idx="2">
                  <c:v>35</c:v>
                </c:pt>
                <c:pt idx="3">
                  <c:v>60</c:v>
                </c:pt>
                <c:pt idx="4">
                  <c:v>30</c:v>
                </c:pt>
                <c:pt idx="5">
                  <c:v>50</c:v>
                </c:pt>
                <c:pt idx="6">
                  <c:v>83</c:v>
                </c:pt>
                <c:pt idx="7">
                  <c:v>65</c:v>
                </c:pt>
                <c:pt idx="8">
                  <c:v>90</c:v>
                </c:pt>
              </c:numCache>
            </c:numRef>
          </c:xVal>
          <c:yVal>
            <c:numRef>
              <c:f>'Chart Data'!$N$2:$N$10</c:f>
              <c:numCache>
                <c:formatCode>General</c:formatCode>
                <c:ptCount val="9"/>
                <c:pt idx="0">
                  <c:v>40</c:v>
                </c:pt>
                <c:pt idx="1">
                  <c:v>55</c:v>
                </c:pt>
                <c:pt idx="2">
                  <c:v>70</c:v>
                </c:pt>
                <c:pt idx="3">
                  <c:v>95</c:v>
                </c:pt>
                <c:pt idx="4">
                  <c:v>50</c:v>
                </c:pt>
                <c:pt idx="5">
                  <c:v>70</c:v>
                </c:pt>
                <c:pt idx="6">
                  <c:v>57</c:v>
                </c:pt>
                <c:pt idx="7">
                  <c:v>60</c:v>
                </c:pt>
                <c:pt idx="8">
                  <c:v>85</c:v>
                </c:pt>
              </c:numCache>
            </c:numRef>
          </c:yVal>
        </c:ser>
        <c:ser>
          <c:idx val="7"/>
          <c:order val="7"/>
          <c:tx>
            <c:v>Ground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9C6652"/>
              </a:solidFill>
            </c:spPr>
          </c:marker>
          <c:xVal>
            <c:numRef>
              <c:f>'Chart Data'!$O$2:$O$9</c:f>
              <c:numCache>
                <c:formatCode>General</c:formatCode>
                <c:ptCount val="8"/>
                <c:pt idx="0">
                  <c:v>75</c:v>
                </c:pt>
                <c:pt idx="1">
                  <c:v>100</c:v>
                </c:pt>
                <c:pt idx="2">
                  <c:v>55</c:v>
                </c:pt>
                <c:pt idx="3">
                  <c:v>100</c:v>
                </c:pt>
                <c:pt idx="4">
                  <c:v>50</c:v>
                </c:pt>
                <c:pt idx="5">
                  <c:v>80</c:v>
                </c:pt>
                <c:pt idx="6">
                  <c:v>85</c:v>
                </c:pt>
                <c:pt idx="7">
                  <c:v>130</c:v>
                </c:pt>
              </c:numCache>
            </c:numRef>
          </c:xVal>
          <c:yVal>
            <c:numRef>
              <c:f>'Chart Data'!$P$2:$P$9</c:f>
              <c:numCache>
                <c:formatCode>General</c:formatCode>
                <c:ptCount val="8"/>
                <c:pt idx="0">
                  <c:v>85</c:v>
                </c:pt>
                <c:pt idx="1">
                  <c:v>110</c:v>
                </c:pt>
                <c:pt idx="2">
                  <c:v>25</c:v>
                </c:pt>
                <c:pt idx="3">
                  <c:v>50</c:v>
                </c:pt>
                <c:pt idx="4">
                  <c:v>95</c:v>
                </c:pt>
                <c:pt idx="5">
                  <c:v>110</c:v>
                </c:pt>
                <c:pt idx="6">
                  <c:v>95</c:v>
                </c:pt>
                <c:pt idx="7">
                  <c:v>120</c:v>
                </c:pt>
              </c:numCache>
            </c:numRef>
          </c:yVal>
        </c:ser>
        <c:ser>
          <c:idx val="8"/>
          <c:order val="8"/>
          <c:tx>
            <c:v>Fairy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859742"/>
              </a:solidFill>
            </c:spPr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45</c:v>
                </c:pt>
                <c:pt idx="1">
                  <c:v>70</c:v>
                </c:pt>
              </c:numCache>
            </c:numRef>
          </c:xVal>
          <c:yVal>
            <c:numRef>
              <c:f>'Chart Data'!$R$2:$R$3</c:f>
              <c:numCache>
                <c:formatCode>General</c:formatCode>
                <c:ptCount val="2"/>
                <c:pt idx="0">
                  <c:v>48</c:v>
                </c:pt>
                <c:pt idx="1">
                  <c:v>73</c:v>
                </c:pt>
              </c:numCache>
            </c:numRef>
          </c:yVal>
        </c:ser>
        <c:ser>
          <c:idx val="9"/>
          <c:order val="9"/>
          <c:tx>
            <c:v>Fighting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C16A78"/>
              </a:solidFill>
            </c:spPr>
          </c:marker>
          <c:xVal>
            <c:numRef>
              <c:f>'Chart Data'!$S$2:$S$8</c:f>
              <c:numCache>
                <c:formatCode>General</c:formatCode>
                <c:ptCount val="7"/>
                <c:pt idx="0">
                  <c:v>80</c:v>
                </c:pt>
                <c:pt idx="1">
                  <c:v>105</c:v>
                </c:pt>
                <c:pt idx="2">
                  <c:v>80</c:v>
                </c:pt>
                <c:pt idx="3">
                  <c:v>100</c:v>
                </c:pt>
                <c:pt idx="4">
                  <c:v>130</c:v>
                </c:pt>
                <c:pt idx="5">
                  <c:v>120</c:v>
                </c:pt>
                <c:pt idx="6">
                  <c:v>105</c:v>
                </c:pt>
              </c:numCache>
            </c:numRef>
          </c:xVal>
          <c:yVal>
            <c:numRef>
              <c:f>'Chart Data'!$T$2:$T$8</c:f>
              <c:numCache>
                <c:formatCode>General</c:formatCode>
                <c:ptCount val="7"/>
                <c:pt idx="0">
                  <c:v>35</c:v>
                </c:pt>
                <c:pt idx="1">
                  <c:v>60</c:v>
                </c:pt>
                <c:pt idx="2">
                  <c:v>50</c:v>
                </c:pt>
                <c:pt idx="3">
                  <c:v>70</c:v>
                </c:pt>
                <c:pt idx="4">
                  <c:v>80</c:v>
                </c:pt>
                <c:pt idx="5">
                  <c:v>53</c:v>
                </c:pt>
                <c:pt idx="6">
                  <c:v>79</c:v>
                </c:pt>
              </c:numCache>
            </c:numRef>
          </c:yVal>
        </c:ser>
        <c:ser>
          <c:idx val="10"/>
          <c:order val="10"/>
          <c:tx>
            <c:v>Psychic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627CA5"/>
              </a:solidFill>
            </c:spPr>
          </c:marker>
          <c:xVal>
            <c:numRef>
              <c:f>'Chart Data'!$U$2:$U$9</c:f>
              <c:numCache>
                <c:formatCode>General</c:formatCode>
                <c:ptCount val="8"/>
                <c:pt idx="0">
                  <c:v>20</c:v>
                </c:pt>
                <c:pt idx="1">
                  <c:v>35</c:v>
                </c:pt>
                <c:pt idx="2">
                  <c:v>50</c:v>
                </c:pt>
                <c:pt idx="3">
                  <c:v>48</c:v>
                </c:pt>
                <c:pt idx="4">
                  <c:v>73</c:v>
                </c:pt>
                <c:pt idx="5">
                  <c:v>45</c:v>
                </c:pt>
                <c:pt idx="6">
                  <c:v>110</c:v>
                </c:pt>
                <c:pt idx="7">
                  <c:v>100</c:v>
                </c:pt>
              </c:numCache>
            </c:numRef>
          </c:xVal>
          <c:yVal>
            <c:numRef>
              <c:f>'Chart Data'!$V$2:$V$9</c:f>
              <c:numCache>
                <c:formatCode>General</c:formatCode>
                <c:ptCount val="8"/>
                <c:pt idx="0">
                  <c:v>15</c:v>
                </c:pt>
                <c:pt idx="1">
                  <c:v>30</c:v>
                </c:pt>
                <c:pt idx="2">
                  <c:v>45</c:v>
                </c:pt>
                <c:pt idx="3">
                  <c:v>45</c:v>
                </c:pt>
                <c:pt idx="4">
                  <c:v>70</c:v>
                </c:pt>
                <c:pt idx="5">
                  <c:v>65</c:v>
                </c:pt>
                <c:pt idx="6">
                  <c:v>90</c:v>
                </c:pt>
                <c:pt idx="7">
                  <c:v>100</c:v>
                </c:pt>
              </c:numCache>
            </c:numRef>
          </c:yVal>
        </c:ser>
        <c:ser>
          <c:idx val="11"/>
          <c:order val="11"/>
          <c:tx>
            <c:v>Rock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B49263"/>
              </a:solidFill>
            </c:spPr>
          </c:marker>
          <c:xVal>
            <c:numRef>
              <c:f>'Chart Data'!$W$2:$W$10</c:f>
              <c:numCache>
                <c:formatCode>General</c:formatCode>
                <c:ptCount val="9"/>
                <c:pt idx="0">
                  <c:v>80</c:v>
                </c:pt>
                <c:pt idx="1">
                  <c:v>95</c:v>
                </c:pt>
                <c:pt idx="2">
                  <c:v>120</c:v>
                </c:pt>
                <c:pt idx="3">
                  <c:v>45</c:v>
                </c:pt>
                <c:pt idx="4">
                  <c:v>40</c:v>
                </c:pt>
                <c:pt idx="5">
                  <c:v>60</c:v>
                </c:pt>
                <c:pt idx="6">
                  <c:v>80</c:v>
                </c:pt>
                <c:pt idx="7">
                  <c:v>115</c:v>
                </c:pt>
                <c:pt idx="8">
                  <c:v>105</c:v>
                </c:pt>
              </c:numCache>
            </c:numRef>
          </c:xVal>
          <c:yVal>
            <c:numRef>
              <c:f>'Chart Data'!$X$2:$X$10</c:f>
              <c:numCache>
                <c:formatCode>General</c:formatCode>
                <c:ptCount val="9"/>
                <c:pt idx="0">
                  <c:v>100</c:v>
                </c:pt>
                <c:pt idx="1">
                  <c:v>115</c:v>
                </c:pt>
                <c:pt idx="2">
                  <c:v>130</c:v>
                </c:pt>
                <c:pt idx="3">
                  <c:v>160</c:v>
                </c:pt>
                <c:pt idx="4">
                  <c:v>100</c:v>
                </c:pt>
                <c:pt idx="5">
                  <c:v>125</c:v>
                </c:pt>
                <c:pt idx="6">
                  <c:v>90</c:v>
                </c:pt>
                <c:pt idx="7">
                  <c:v>105</c:v>
                </c:pt>
                <c:pt idx="8">
                  <c:v>65</c:v>
                </c:pt>
              </c:numCache>
            </c:numRef>
          </c:yVal>
        </c:ser>
        <c:ser>
          <c:idx val="12"/>
          <c:order val="12"/>
          <c:tx>
            <c:v>Ghost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758777"/>
              </a:solidFill>
            </c:spPr>
          </c:marker>
          <c:xVal>
            <c:numRef>
              <c:f>'Chart Data'!$Y$2:$Y$4</c:f>
              <c:numCache>
                <c:formatCode>General</c:formatCode>
                <c:ptCount val="3"/>
                <c:pt idx="0">
                  <c:v>35</c:v>
                </c:pt>
                <c:pt idx="1">
                  <c:v>50</c:v>
                </c:pt>
                <c:pt idx="2">
                  <c:v>65</c:v>
                </c:pt>
              </c:numCache>
            </c:numRef>
          </c:xVal>
          <c:yVal>
            <c:numRef>
              <c:f>'Chart Data'!$Z$2:$Z$4</c:f>
              <c:numCache>
                <c:formatCode>General</c:formatCode>
                <c:ptCount val="3"/>
                <c:pt idx="0">
                  <c:v>30</c:v>
                </c:pt>
                <c:pt idx="1">
                  <c:v>45</c:v>
                </c:pt>
                <c:pt idx="2">
                  <c:v>60</c:v>
                </c:pt>
              </c:numCache>
            </c:numRef>
          </c:yVal>
        </c:ser>
        <c:ser>
          <c:idx val="13"/>
          <c:order val="13"/>
          <c:tx>
            <c:v>Ice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B0654F"/>
              </a:solidFill>
            </c:spPr>
          </c:marker>
          <c:xVal>
            <c:numRef>
              <c:f>'Chart Data'!$AA$2:$AA$3</c:f>
              <c:numCache>
                <c:formatCode>General</c:formatCode>
                <c:ptCount val="2"/>
                <c:pt idx="0">
                  <c:v>50</c:v>
                </c:pt>
                <c:pt idx="1">
                  <c:v>85</c:v>
                </c:pt>
              </c:numCache>
            </c:numRef>
          </c:xVal>
          <c:yVal>
            <c:numRef>
              <c:f>'Chart Data'!$AB$2:$AB$3</c:f>
              <c:numCache>
                <c:formatCode>General</c:formatCode>
                <c:ptCount val="2"/>
                <c:pt idx="0">
                  <c:v>35</c:v>
                </c:pt>
                <c:pt idx="1">
                  <c:v>100</c:v>
                </c:pt>
              </c:numCache>
            </c:numRef>
          </c:yVal>
        </c:ser>
        <c:ser>
          <c:idx val="14"/>
          <c:order val="14"/>
          <c:tx>
            <c:v>Dragon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877EAD"/>
              </a:solidFill>
            </c:spPr>
          </c:marker>
          <c:xVal>
            <c:numRef>
              <c:f>'Chart Data'!$AC$2:$AC$4</c:f>
              <c:numCache>
                <c:formatCode>General</c:formatCode>
                <c:ptCount val="3"/>
                <c:pt idx="0">
                  <c:v>64</c:v>
                </c:pt>
                <c:pt idx="1">
                  <c:v>84</c:v>
                </c:pt>
                <c:pt idx="2">
                  <c:v>134</c:v>
                </c:pt>
              </c:numCache>
            </c:numRef>
          </c:xVal>
          <c:yVal>
            <c:numRef>
              <c:f>'Chart Data'!$AD$2:$AD$4</c:f>
              <c:numCache>
                <c:formatCode>General</c:formatCode>
                <c:ptCount val="3"/>
                <c:pt idx="0">
                  <c:v>45</c:v>
                </c:pt>
                <c:pt idx="1">
                  <c:v>65</c:v>
                </c:pt>
                <c:pt idx="2">
                  <c:v>95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Ubuntu Condensed"/>
                  <a:ea typeface="Ubuntu Condensed"/>
                  <a:cs typeface="Ubuntu Condense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AE7E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38332E"/>
                    </a:solidFill>
                    <a:latin typeface="Ubuntu Condensed"/>
                    <a:ea typeface="Ubuntu Condensed"/>
                    <a:cs typeface="Ubuntu Condensed"/>
                  </a:rPr>
                  <a:t>Defense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38332E"/>
                  </a:solidFill>
                  <a:latin typeface="Ubuntu Condensed"/>
                  <a:ea typeface="Ubuntu Condensed"/>
                  <a:cs typeface="Ubuntu Condensed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pPr>
          </a:p>
        </c:txPr>
        <c:crossAx val="48650112"/>
        <c:majorUnit val="50"/>
      </c:valAx>
      <c:valAx>
        <c:axId val="48650112"/>
        <c:scaling>
          <c:orientation val="minMax"/>
          <c:max val="2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AE7E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38332E"/>
                    </a:solidFill>
                    <a:latin typeface="Ubuntu Condensed"/>
                    <a:ea typeface="Ubuntu Condensed"/>
                    <a:cs typeface="Ubuntu Condensed"/>
                  </a:rPr>
                  <a:t>Attack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38332E"/>
                  </a:solidFill>
                  <a:latin typeface="Ubuntu Condensed"/>
                  <a:ea typeface="Ubuntu Condensed"/>
                  <a:cs typeface="Ubuntu Condensed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pPr>
          </a:p>
        </c:txPr>
        <c:crossAx val="48672768"/>
        <c:majorUnit val="50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varyColors val="0"/>
        <c:ser>
          <c:idx val="0"/>
          <c:order val="0"/>
          <c:tx>
            <c:v>Others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DCD8D0"/>
              </a:solidFill>
            </c:spPr>
          </c:marker>
          <c:xVal>
            <c:numRef>
              <c:f>'Chart Data'!$A$2:$A$143</c:f>
              <c:numCache>
                <c:formatCode>General</c:formatCode>
                <c:ptCount val="142"/>
                <c:pt idx="0">
                  <c:v>49</c:v>
                </c:pt>
                <c:pt idx="1">
                  <c:v>62</c:v>
                </c:pt>
                <c:pt idx="2">
                  <c:v>82</c:v>
                </c:pt>
                <c:pt idx="3">
                  <c:v>52</c:v>
                </c:pt>
                <c:pt idx="4">
                  <c:v>64</c:v>
                </c:pt>
                <c:pt idx="5">
                  <c:v>84</c:v>
                </c:pt>
                <c:pt idx="6">
                  <c:v>48</c:v>
                </c:pt>
                <c:pt idx="7">
                  <c:v>63</c:v>
                </c:pt>
                <c:pt idx="8">
                  <c:v>83</c:v>
                </c:pt>
                <c:pt idx="9">
                  <c:v>30</c:v>
                </c:pt>
                <c:pt idx="10">
                  <c:v>20</c:v>
                </c:pt>
                <c:pt idx="11">
                  <c:v>45</c:v>
                </c:pt>
                <c:pt idx="12">
                  <c:v>35</c:v>
                </c:pt>
                <c:pt idx="13">
                  <c:v>25</c:v>
                </c:pt>
                <c:pt idx="14">
                  <c:v>90</c:v>
                </c:pt>
                <c:pt idx="15">
                  <c:v>45</c:v>
                </c:pt>
                <c:pt idx="16">
                  <c:v>60</c:v>
                </c:pt>
                <c:pt idx="17">
                  <c:v>80</c:v>
                </c:pt>
                <c:pt idx="18">
                  <c:v>56</c:v>
                </c:pt>
                <c:pt idx="19">
                  <c:v>81</c:v>
                </c:pt>
                <c:pt idx="20">
                  <c:v>60</c:v>
                </c:pt>
                <c:pt idx="21">
                  <c:v>90</c:v>
                </c:pt>
                <c:pt idx="22">
                  <c:v>60</c:v>
                </c:pt>
                <c:pt idx="23">
                  <c:v>95</c:v>
                </c:pt>
                <c:pt idx="24">
                  <c:v>75</c:v>
                </c:pt>
                <c:pt idx="25">
                  <c:v>100</c:v>
                </c:pt>
                <c:pt idx="26">
                  <c:v>47</c:v>
                </c:pt>
                <c:pt idx="27">
                  <c:v>62</c:v>
                </c:pt>
                <c:pt idx="28">
                  <c:v>92</c:v>
                </c:pt>
                <c:pt idx="29">
                  <c:v>57</c:v>
                </c:pt>
                <c:pt idx="30">
                  <c:v>72</c:v>
                </c:pt>
                <c:pt idx="31">
                  <c:v>102</c:v>
                </c:pt>
                <c:pt idx="32">
                  <c:v>45</c:v>
                </c:pt>
                <c:pt idx="33">
                  <c:v>70</c:v>
                </c:pt>
                <c:pt idx="34">
                  <c:v>41</c:v>
                </c:pt>
                <c:pt idx="35">
                  <c:v>76</c:v>
                </c:pt>
                <c:pt idx="36">
                  <c:v>45</c:v>
                </c:pt>
                <c:pt idx="37">
                  <c:v>70</c:v>
                </c:pt>
                <c:pt idx="38">
                  <c:v>45</c:v>
                </c:pt>
                <c:pt idx="39">
                  <c:v>80</c:v>
                </c:pt>
                <c:pt idx="40">
                  <c:v>50</c:v>
                </c:pt>
                <c:pt idx="41">
                  <c:v>65</c:v>
                </c:pt>
                <c:pt idx="42">
                  <c:v>80</c:v>
                </c:pt>
                <c:pt idx="43">
                  <c:v>70</c:v>
                </c:pt>
                <c:pt idx="44">
                  <c:v>95</c:v>
                </c:pt>
                <c:pt idx="45">
                  <c:v>55</c:v>
                </c:pt>
                <c:pt idx="46">
                  <c:v>65</c:v>
                </c:pt>
                <c:pt idx="47">
                  <c:v>55</c:v>
                </c:pt>
                <c:pt idx="48">
                  <c:v>100</c:v>
                </c:pt>
                <c:pt idx="49">
                  <c:v>45</c:v>
                </c:pt>
                <c:pt idx="50">
                  <c:v>70</c:v>
                </c:pt>
                <c:pt idx="51">
                  <c:v>52</c:v>
                </c:pt>
                <c:pt idx="52">
                  <c:v>82</c:v>
                </c:pt>
                <c:pt idx="53">
                  <c:v>80</c:v>
                </c:pt>
                <c:pt idx="54">
                  <c:v>105</c:v>
                </c:pt>
                <c:pt idx="55">
                  <c:v>70</c:v>
                </c:pt>
                <c:pt idx="56">
                  <c:v>110</c:v>
                </c:pt>
                <c:pt idx="57">
                  <c:v>50</c:v>
                </c:pt>
                <c:pt idx="58">
                  <c:v>65</c:v>
                </c:pt>
                <c:pt idx="59">
                  <c:v>95</c:v>
                </c:pt>
                <c:pt idx="60">
                  <c:v>20</c:v>
                </c:pt>
                <c:pt idx="61">
                  <c:v>35</c:v>
                </c:pt>
                <c:pt idx="62">
                  <c:v>50</c:v>
                </c:pt>
                <c:pt idx="63">
                  <c:v>80</c:v>
                </c:pt>
                <c:pt idx="64">
                  <c:v>100</c:v>
                </c:pt>
                <c:pt idx="65">
                  <c:v>130</c:v>
                </c:pt>
                <c:pt idx="66">
                  <c:v>75</c:v>
                </c:pt>
                <c:pt idx="67">
                  <c:v>90</c:v>
                </c:pt>
                <c:pt idx="68">
                  <c:v>105</c:v>
                </c:pt>
                <c:pt idx="69">
                  <c:v>40</c:v>
                </c:pt>
                <c:pt idx="70">
                  <c:v>70</c:v>
                </c:pt>
                <c:pt idx="71">
                  <c:v>80</c:v>
                </c:pt>
                <c:pt idx="72">
                  <c:v>95</c:v>
                </c:pt>
                <c:pt idx="73">
                  <c:v>120</c:v>
                </c:pt>
                <c:pt idx="74">
                  <c:v>85</c:v>
                </c:pt>
                <c:pt idx="75">
                  <c:v>100</c:v>
                </c:pt>
                <c:pt idx="76">
                  <c:v>65</c:v>
                </c:pt>
                <c:pt idx="77">
                  <c:v>75</c:v>
                </c:pt>
                <c:pt idx="78">
                  <c:v>90</c:v>
                </c:pt>
                <c:pt idx="79">
                  <c:v>85</c:v>
                </c:pt>
                <c:pt idx="80">
                  <c:v>110</c:v>
                </c:pt>
                <c:pt idx="81">
                  <c:v>45</c:v>
                </c:pt>
                <c:pt idx="82">
                  <c:v>70</c:v>
                </c:pt>
                <c:pt idx="83">
                  <c:v>80</c:v>
                </c:pt>
                <c:pt idx="84">
                  <c:v>105</c:v>
                </c:pt>
                <c:pt idx="85">
                  <c:v>65</c:v>
                </c:pt>
                <c:pt idx="86">
                  <c:v>95</c:v>
                </c:pt>
                <c:pt idx="87">
                  <c:v>35</c:v>
                </c:pt>
                <c:pt idx="88">
                  <c:v>50</c:v>
                </c:pt>
                <c:pt idx="89">
                  <c:v>65</c:v>
                </c:pt>
                <c:pt idx="90">
                  <c:v>45</c:v>
                </c:pt>
                <c:pt idx="91">
                  <c:v>48</c:v>
                </c:pt>
                <c:pt idx="92">
                  <c:v>73</c:v>
                </c:pt>
                <c:pt idx="93">
                  <c:v>105</c:v>
                </c:pt>
                <c:pt idx="94">
                  <c:v>130</c:v>
                </c:pt>
                <c:pt idx="95">
                  <c:v>40</c:v>
                </c:pt>
                <c:pt idx="96">
                  <c:v>95</c:v>
                </c:pt>
                <c:pt idx="97">
                  <c:v>50</c:v>
                </c:pt>
                <c:pt idx="98">
                  <c:v>80</c:v>
                </c:pt>
                <c:pt idx="99">
                  <c:v>120</c:v>
                </c:pt>
                <c:pt idx="100">
                  <c:v>105</c:v>
                </c:pt>
                <c:pt idx="101">
                  <c:v>55</c:v>
                </c:pt>
                <c:pt idx="102">
                  <c:v>65</c:v>
                </c:pt>
                <c:pt idx="103">
                  <c:v>90</c:v>
                </c:pt>
                <c:pt idx="104">
                  <c:v>85</c:v>
                </c:pt>
                <c:pt idx="105">
                  <c:v>130</c:v>
                </c:pt>
                <c:pt idx="106">
                  <c:v>5</c:v>
                </c:pt>
                <c:pt idx="107">
                  <c:v>55</c:v>
                </c:pt>
                <c:pt idx="108">
                  <c:v>95</c:v>
                </c:pt>
                <c:pt idx="109">
                  <c:v>40</c:v>
                </c:pt>
                <c:pt idx="110">
                  <c:v>65</c:v>
                </c:pt>
                <c:pt idx="111">
                  <c:v>67</c:v>
                </c:pt>
                <c:pt idx="112">
                  <c:v>92</c:v>
                </c:pt>
                <c:pt idx="113">
                  <c:v>45</c:v>
                </c:pt>
                <c:pt idx="114">
                  <c:v>75</c:v>
                </c:pt>
                <c:pt idx="115">
                  <c:v>45</c:v>
                </c:pt>
                <c:pt idx="116">
                  <c:v>110</c:v>
                </c:pt>
                <c:pt idx="117">
                  <c:v>50</c:v>
                </c:pt>
                <c:pt idx="118">
                  <c:v>95</c:v>
                </c:pt>
                <c:pt idx="119">
                  <c:v>125</c:v>
                </c:pt>
                <c:pt idx="120">
                  <c:v>100</c:v>
                </c:pt>
                <c:pt idx="121">
                  <c:v>10</c:v>
                </c:pt>
                <c:pt idx="122">
                  <c:v>125</c:v>
                </c:pt>
                <c:pt idx="123">
                  <c:v>85</c:v>
                </c:pt>
                <c:pt idx="124">
                  <c:v>48</c:v>
                </c:pt>
                <c:pt idx="125">
                  <c:v>55</c:v>
                </c:pt>
                <c:pt idx="126">
                  <c:v>65</c:v>
                </c:pt>
                <c:pt idx="127">
                  <c:v>130</c:v>
                </c:pt>
                <c:pt idx="128">
                  <c:v>60</c:v>
                </c:pt>
                <c:pt idx="129">
                  <c:v>40</c:v>
                </c:pt>
                <c:pt idx="130">
                  <c:v>60</c:v>
                </c:pt>
                <c:pt idx="131">
                  <c:v>80</c:v>
                </c:pt>
                <c:pt idx="132">
                  <c:v>115</c:v>
                </c:pt>
                <c:pt idx="133">
                  <c:v>105</c:v>
                </c:pt>
                <c:pt idx="134">
                  <c:v>110</c:v>
                </c:pt>
                <c:pt idx="135">
                  <c:v>85</c:v>
                </c:pt>
                <c:pt idx="136">
                  <c:v>100</c:v>
                </c:pt>
                <c:pt idx="137">
                  <c:v>64</c:v>
                </c:pt>
                <c:pt idx="138">
                  <c:v>84</c:v>
                </c:pt>
                <c:pt idx="139">
                  <c:v>134</c:v>
                </c:pt>
                <c:pt idx="140">
                  <c:v>110</c:v>
                </c:pt>
                <c:pt idx="141">
                  <c:v>100</c:v>
                </c:pt>
              </c:numCache>
            </c:numRef>
          </c:xVal>
          <c:yVal>
            <c:numRef>
              <c:f>'Chart Data'!$B$2:$B$143</c:f>
              <c:numCache>
                <c:formatCode>General</c:formatCode>
                <c:ptCount val="142"/>
                <c:pt idx="0">
                  <c:v>49</c:v>
                </c:pt>
                <c:pt idx="1">
                  <c:v>63</c:v>
                </c:pt>
                <c:pt idx="2">
                  <c:v>83</c:v>
                </c:pt>
                <c:pt idx="3">
                  <c:v>43</c:v>
                </c:pt>
                <c:pt idx="4">
                  <c:v>58</c:v>
                </c:pt>
                <c:pt idx="5">
                  <c:v>78</c:v>
                </c:pt>
                <c:pt idx="6">
                  <c:v>65</c:v>
                </c:pt>
                <c:pt idx="7">
                  <c:v>80</c:v>
                </c:pt>
                <c:pt idx="8">
                  <c:v>100</c:v>
                </c:pt>
                <c:pt idx="9">
                  <c:v>35</c:v>
                </c:pt>
                <c:pt idx="10">
                  <c:v>55</c:v>
                </c:pt>
                <c:pt idx="11">
                  <c:v>50</c:v>
                </c:pt>
                <c:pt idx="12">
                  <c:v>30</c:v>
                </c:pt>
                <c:pt idx="13">
                  <c:v>50</c:v>
                </c:pt>
                <c:pt idx="14">
                  <c:v>40</c:v>
                </c:pt>
                <c:pt idx="15">
                  <c:v>40</c:v>
                </c:pt>
                <c:pt idx="16">
                  <c:v>55</c:v>
                </c:pt>
                <c:pt idx="17">
                  <c:v>75</c:v>
                </c:pt>
                <c:pt idx="18">
                  <c:v>35</c:v>
                </c:pt>
                <c:pt idx="19">
                  <c:v>60</c:v>
                </c:pt>
                <c:pt idx="20">
                  <c:v>30</c:v>
                </c:pt>
                <c:pt idx="21">
                  <c:v>65</c:v>
                </c:pt>
                <c:pt idx="22">
                  <c:v>44</c:v>
                </c:pt>
                <c:pt idx="23">
                  <c:v>69</c:v>
                </c:pt>
                <c:pt idx="24">
                  <c:v>85</c:v>
                </c:pt>
                <c:pt idx="25">
                  <c:v>110</c:v>
                </c:pt>
                <c:pt idx="26">
                  <c:v>52</c:v>
                </c:pt>
                <c:pt idx="27">
                  <c:v>67</c:v>
                </c:pt>
                <c:pt idx="28">
                  <c:v>87</c:v>
                </c:pt>
                <c:pt idx="29">
                  <c:v>40</c:v>
                </c:pt>
                <c:pt idx="30">
                  <c:v>57</c:v>
                </c:pt>
                <c:pt idx="31">
                  <c:v>77</c:v>
                </c:pt>
                <c:pt idx="32">
                  <c:v>48</c:v>
                </c:pt>
                <c:pt idx="33">
                  <c:v>73</c:v>
                </c:pt>
                <c:pt idx="34">
                  <c:v>40</c:v>
                </c:pt>
                <c:pt idx="35">
                  <c:v>75</c:v>
                </c:pt>
                <c:pt idx="36">
                  <c:v>20</c:v>
                </c:pt>
                <c:pt idx="37">
                  <c:v>45</c:v>
                </c:pt>
                <c:pt idx="38">
                  <c:v>35</c:v>
                </c:pt>
                <c:pt idx="39">
                  <c:v>70</c:v>
                </c:pt>
                <c:pt idx="40">
                  <c:v>55</c:v>
                </c:pt>
                <c:pt idx="41">
                  <c:v>70</c:v>
                </c:pt>
                <c:pt idx="42">
                  <c:v>85</c:v>
                </c:pt>
                <c:pt idx="43">
                  <c:v>55</c:v>
                </c:pt>
                <c:pt idx="44">
                  <c:v>80</c:v>
                </c:pt>
                <c:pt idx="45">
                  <c:v>50</c:v>
                </c:pt>
                <c:pt idx="46">
                  <c:v>60</c:v>
                </c:pt>
                <c:pt idx="47">
                  <c:v>25</c:v>
                </c:pt>
                <c:pt idx="48">
                  <c:v>50</c:v>
                </c:pt>
                <c:pt idx="49">
                  <c:v>35</c:v>
                </c:pt>
                <c:pt idx="50">
                  <c:v>60</c:v>
                </c:pt>
                <c:pt idx="51">
                  <c:v>48</c:v>
                </c:pt>
                <c:pt idx="52">
                  <c:v>78</c:v>
                </c:pt>
                <c:pt idx="53">
                  <c:v>35</c:v>
                </c:pt>
                <c:pt idx="54">
                  <c:v>60</c:v>
                </c:pt>
                <c:pt idx="55">
                  <c:v>45</c:v>
                </c:pt>
                <c:pt idx="56">
                  <c:v>80</c:v>
                </c:pt>
                <c:pt idx="57">
                  <c:v>40</c:v>
                </c:pt>
                <c:pt idx="58">
                  <c:v>65</c:v>
                </c:pt>
                <c:pt idx="59">
                  <c:v>95</c:v>
                </c:pt>
                <c:pt idx="60">
                  <c:v>15</c:v>
                </c:pt>
                <c:pt idx="61">
                  <c:v>30</c:v>
                </c:pt>
                <c:pt idx="62">
                  <c:v>45</c:v>
                </c:pt>
                <c:pt idx="63">
                  <c:v>50</c:v>
                </c:pt>
                <c:pt idx="64">
                  <c:v>70</c:v>
                </c:pt>
                <c:pt idx="65">
                  <c:v>80</c:v>
                </c:pt>
                <c:pt idx="66">
                  <c:v>35</c:v>
                </c:pt>
                <c:pt idx="67">
                  <c:v>50</c:v>
                </c:pt>
                <c:pt idx="68">
                  <c:v>65</c:v>
                </c:pt>
                <c:pt idx="69">
                  <c:v>35</c:v>
                </c:pt>
                <c:pt idx="70">
                  <c:v>65</c:v>
                </c:pt>
                <c:pt idx="71">
                  <c:v>100</c:v>
                </c:pt>
                <c:pt idx="72">
                  <c:v>115</c:v>
                </c:pt>
                <c:pt idx="73">
                  <c:v>130</c:v>
                </c:pt>
                <c:pt idx="74">
                  <c:v>55</c:v>
                </c:pt>
                <c:pt idx="75">
                  <c:v>70</c:v>
                </c:pt>
                <c:pt idx="76">
                  <c:v>65</c:v>
                </c:pt>
                <c:pt idx="77">
                  <c:v>110</c:v>
                </c:pt>
                <c:pt idx="78">
                  <c:v>55</c:v>
                </c:pt>
                <c:pt idx="79">
                  <c:v>45</c:v>
                </c:pt>
                <c:pt idx="80">
                  <c:v>70</c:v>
                </c:pt>
                <c:pt idx="81">
                  <c:v>55</c:v>
                </c:pt>
                <c:pt idx="82">
                  <c:v>80</c:v>
                </c:pt>
                <c:pt idx="83">
                  <c:v>50</c:v>
                </c:pt>
                <c:pt idx="84">
                  <c:v>75</c:v>
                </c:pt>
                <c:pt idx="85">
                  <c:v>100</c:v>
                </c:pt>
                <c:pt idx="86">
                  <c:v>180</c:v>
                </c:pt>
                <c:pt idx="87">
                  <c:v>30</c:v>
                </c:pt>
                <c:pt idx="88">
                  <c:v>45</c:v>
                </c:pt>
                <c:pt idx="89">
                  <c:v>60</c:v>
                </c:pt>
                <c:pt idx="90">
                  <c:v>160</c:v>
                </c:pt>
                <c:pt idx="91">
                  <c:v>45</c:v>
                </c:pt>
                <c:pt idx="92">
                  <c:v>70</c:v>
                </c:pt>
                <c:pt idx="93">
                  <c:v>90</c:v>
                </c:pt>
                <c:pt idx="94">
                  <c:v>115</c:v>
                </c:pt>
                <c:pt idx="95">
                  <c:v>80</c:v>
                </c:pt>
                <c:pt idx="96">
                  <c:v>85</c:v>
                </c:pt>
                <c:pt idx="97">
                  <c:v>95</c:v>
                </c:pt>
                <c:pt idx="98">
                  <c:v>110</c:v>
                </c:pt>
                <c:pt idx="99">
                  <c:v>53</c:v>
                </c:pt>
                <c:pt idx="100">
                  <c:v>79</c:v>
                </c:pt>
                <c:pt idx="101">
                  <c:v>75</c:v>
                </c:pt>
                <c:pt idx="102">
                  <c:v>95</c:v>
                </c:pt>
                <c:pt idx="103">
                  <c:v>120</c:v>
                </c:pt>
                <c:pt idx="104">
                  <c:v>95</c:v>
                </c:pt>
                <c:pt idx="105">
                  <c:v>120</c:v>
                </c:pt>
                <c:pt idx="106">
                  <c:v>5</c:v>
                </c:pt>
                <c:pt idx="107">
                  <c:v>115</c:v>
                </c:pt>
                <c:pt idx="108">
                  <c:v>80</c:v>
                </c:pt>
                <c:pt idx="109">
                  <c:v>70</c:v>
                </c:pt>
                <c:pt idx="110">
                  <c:v>95</c:v>
                </c:pt>
                <c:pt idx="111">
                  <c:v>60</c:v>
                </c:pt>
                <c:pt idx="112">
                  <c:v>65</c:v>
                </c:pt>
                <c:pt idx="113">
                  <c:v>55</c:v>
                </c:pt>
                <c:pt idx="114">
                  <c:v>85</c:v>
                </c:pt>
                <c:pt idx="115">
                  <c:v>65</c:v>
                </c:pt>
                <c:pt idx="116">
                  <c:v>80</c:v>
                </c:pt>
                <c:pt idx="117">
                  <c:v>35</c:v>
                </c:pt>
                <c:pt idx="118">
                  <c:v>57</c:v>
                </c:pt>
                <c:pt idx="119">
                  <c:v>100</c:v>
                </c:pt>
                <c:pt idx="120">
                  <c:v>95</c:v>
                </c:pt>
                <c:pt idx="121">
                  <c:v>55</c:v>
                </c:pt>
                <c:pt idx="122">
                  <c:v>79</c:v>
                </c:pt>
                <c:pt idx="123">
                  <c:v>80</c:v>
                </c:pt>
                <c:pt idx="124">
                  <c:v>48</c:v>
                </c:pt>
                <c:pt idx="125">
                  <c:v>50</c:v>
                </c:pt>
                <c:pt idx="126">
                  <c:v>60</c:v>
                </c:pt>
                <c:pt idx="127">
                  <c:v>60</c:v>
                </c:pt>
                <c:pt idx="128">
                  <c:v>70</c:v>
                </c:pt>
                <c:pt idx="129">
                  <c:v>100</c:v>
                </c:pt>
                <c:pt idx="130">
                  <c:v>125</c:v>
                </c:pt>
                <c:pt idx="131">
                  <c:v>90</c:v>
                </c:pt>
                <c:pt idx="132">
                  <c:v>105</c:v>
                </c:pt>
                <c:pt idx="133">
                  <c:v>65</c:v>
                </c:pt>
                <c:pt idx="134">
                  <c:v>65</c:v>
                </c:pt>
                <c:pt idx="135">
                  <c:v>100</c:v>
                </c:pt>
                <c:pt idx="136">
                  <c:v>90</c:v>
                </c:pt>
                <c:pt idx="137">
                  <c:v>45</c:v>
                </c:pt>
                <c:pt idx="138">
                  <c:v>65</c:v>
                </c:pt>
                <c:pt idx="139">
                  <c:v>95</c:v>
                </c:pt>
                <c:pt idx="140">
                  <c:v>90</c:v>
                </c:pt>
                <c:pt idx="141">
                  <c:v>100</c:v>
                </c:pt>
              </c:numCache>
            </c:numRef>
          </c:yVal>
        </c:ser>
        <c:ser>
          <c:idx val="1"/>
          <c:order val="1"/>
          <c:tx>
            <c:v>Electric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C18A34"/>
              </a:solidFill>
            </c:spPr>
          </c:marker>
          <c:xVal>
            <c:numRef>
              <c:f>'Chart Data'!$C$2:$C$10</c:f>
              <c:numCache>
                <c:formatCode>General</c:formatCode>
                <c:ptCount val="9"/>
                <c:pt idx="0">
                  <c:v>55</c:v>
                </c:pt>
                <c:pt idx="1">
                  <c:v>90</c:v>
                </c:pt>
                <c:pt idx="2">
                  <c:v>35</c:v>
                </c:pt>
                <c:pt idx="3">
                  <c:v>60</c:v>
                </c:pt>
                <c:pt idx="4">
                  <c:v>30</c:v>
                </c:pt>
                <c:pt idx="5">
                  <c:v>50</c:v>
                </c:pt>
                <c:pt idx="6">
                  <c:v>83</c:v>
                </c:pt>
                <c:pt idx="7">
                  <c:v>65</c:v>
                </c:pt>
                <c:pt idx="8">
                  <c:v>90</c:v>
                </c:pt>
              </c:numCache>
            </c:numRef>
          </c:xVal>
          <c:yVal>
            <c:numRef>
              <c:f>'Chart Data'!$D$2:$D$10</c:f>
              <c:numCache>
                <c:formatCode>General</c:formatCode>
                <c:ptCount val="9"/>
                <c:pt idx="0">
                  <c:v>40</c:v>
                </c:pt>
                <c:pt idx="1">
                  <c:v>55</c:v>
                </c:pt>
                <c:pt idx="2">
                  <c:v>70</c:v>
                </c:pt>
                <c:pt idx="3">
                  <c:v>95</c:v>
                </c:pt>
                <c:pt idx="4">
                  <c:v>50</c:v>
                </c:pt>
                <c:pt idx="5">
                  <c:v>70</c:v>
                </c:pt>
                <c:pt idx="6">
                  <c:v>57</c:v>
                </c:pt>
                <c:pt idx="7">
                  <c:v>60</c:v>
                </c:pt>
                <c:pt idx="8">
                  <c:v>85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Ubuntu Condensed"/>
                  <a:ea typeface="Ubuntu Condensed"/>
                  <a:cs typeface="Ubuntu Condense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AE7E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38332E"/>
                    </a:solidFill>
                    <a:latin typeface="Ubuntu Condensed"/>
                    <a:ea typeface="Ubuntu Condensed"/>
                    <a:cs typeface="Ubuntu Condensed"/>
                  </a:rPr>
                  <a:t>Defense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38332E"/>
                  </a:solidFill>
                  <a:latin typeface="Ubuntu Condensed"/>
                  <a:ea typeface="Ubuntu Condensed"/>
                  <a:cs typeface="Ubuntu Condensed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pPr>
          </a:p>
        </c:txPr>
        <c:crossAx val="48650112"/>
        <c:majorUnit val="50"/>
      </c:valAx>
      <c:valAx>
        <c:axId val="48650112"/>
        <c:scaling>
          <c:orientation val="minMax"/>
          <c:max val="2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AE7E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38332E"/>
                    </a:solidFill>
                    <a:latin typeface="Ubuntu Condensed"/>
                    <a:ea typeface="Ubuntu Condensed"/>
                    <a:cs typeface="Ubuntu Condensed"/>
                  </a:rPr>
                  <a:t>Attack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38332E"/>
                  </a:solidFill>
                  <a:latin typeface="Ubuntu Condensed"/>
                  <a:ea typeface="Ubuntu Condensed"/>
                  <a:cs typeface="Ubuntu Condensed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pPr>
          </a:p>
        </c:txPr>
        <c:crossAx val="48672768"/>
        <c:majorUnit val="50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varyColors val="0"/>
        <c:ser>
          <c:idx val="0"/>
          <c:order val="0"/>
          <c:tx>
            <c:v>Water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457985"/>
              </a:solidFill>
            </c:spPr>
          </c:marker>
          <c:xVal>
            <c:numRef>
              <c:f>'Chart Data'!$A$2:$A$29</c:f>
              <c:numCache>
                <c:formatCode>General</c:formatCode>
                <c:ptCount val="28"/>
                <c:pt idx="0">
                  <c:v>48</c:v>
                </c:pt>
                <c:pt idx="1">
                  <c:v>63</c:v>
                </c:pt>
                <c:pt idx="2">
                  <c:v>83</c:v>
                </c:pt>
                <c:pt idx="3">
                  <c:v>52</c:v>
                </c:pt>
                <c:pt idx="4">
                  <c:v>82</c:v>
                </c:pt>
                <c:pt idx="5">
                  <c:v>50</c:v>
                </c:pt>
                <c:pt idx="6">
                  <c:v>65</c:v>
                </c:pt>
                <c:pt idx="7">
                  <c:v>95</c:v>
                </c:pt>
                <c:pt idx="8">
                  <c:v>40</c:v>
                </c:pt>
                <c:pt idx="9">
                  <c:v>70</c:v>
                </c:pt>
                <c:pt idx="10">
                  <c:v>65</c:v>
                </c:pt>
                <c:pt idx="11">
                  <c:v>75</c:v>
                </c:pt>
                <c:pt idx="12">
                  <c:v>45</c:v>
                </c:pt>
                <c:pt idx="13">
                  <c:v>70</c:v>
                </c:pt>
                <c:pt idx="14">
                  <c:v>65</c:v>
                </c:pt>
                <c:pt idx="15">
                  <c:v>95</c:v>
                </c:pt>
                <c:pt idx="16">
                  <c:v>105</c:v>
                </c:pt>
                <c:pt idx="17">
                  <c:v>130</c:v>
                </c:pt>
                <c:pt idx="18">
                  <c:v>40</c:v>
                </c:pt>
                <c:pt idx="19">
                  <c:v>65</c:v>
                </c:pt>
                <c:pt idx="20">
                  <c:v>67</c:v>
                </c:pt>
                <c:pt idx="21">
                  <c:v>92</c:v>
                </c:pt>
                <c:pt idx="22">
                  <c:v>45</c:v>
                </c:pt>
                <c:pt idx="23">
                  <c:v>75</c:v>
                </c:pt>
                <c:pt idx="24">
                  <c:v>10</c:v>
                </c:pt>
                <c:pt idx="25">
                  <c:v>125</c:v>
                </c:pt>
                <c:pt idx="26">
                  <c:v>85</c:v>
                </c:pt>
                <c:pt idx="27">
                  <c:v>65</c:v>
                </c:pt>
              </c:numCache>
            </c:numRef>
          </c:xVal>
          <c:yVal>
            <c:numRef>
              <c:f>'Chart Data'!$B$2:$B$29</c:f>
              <c:numCache>
                <c:formatCode>General</c:formatCode>
                <c:ptCount val="28"/>
                <c:pt idx="0">
                  <c:v>65</c:v>
                </c:pt>
                <c:pt idx="1">
                  <c:v>80</c:v>
                </c:pt>
                <c:pt idx="2">
                  <c:v>100</c:v>
                </c:pt>
                <c:pt idx="3">
                  <c:v>48</c:v>
                </c:pt>
                <c:pt idx="4">
                  <c:v>78</c:v>
                </c:pt>
                <c:pt idx="5">
                  <c:v>40</c:v>
                </c:pt>
                <c:pt idx="6">
                  <c:v>65</c:v>
                </c:pt>
                <c:pt idx="7">
                  <c:v>95</c:v>
                </c:pt>
                <c:pt idx="8">
                  <c:v>35</c:v>
                </c:pt>
                <c:pt idx="9">
                  <c:v>65</c:v>
                </c:pt>
                <c:pt idx="10">
                  <c:v>65</c:v>
                </c:pt>
                <c:pt idx="11">
                  <c:v>110</c:v>
                </c:pt>
                <c:pt idx="12">
                  <c:v>55</c:v>
                </c:pt>
                <c:pt idx="13">
                  <c:v>80</c:v>
                </c:pt>
                <c:pt idx="14">
                  <c:v>100</c:v>
                </c:pt>
                <c:pt idx="15">
                  <c:v>180</c:v>
                </c:pt>
                <c:pt idx="16">
                  <c:v>90</c:v>
                </c:pt>
                <c:pt idx="17">
                  <c:v>115</c:v>
                </c:pt>
                <c:pt idx="18">
                  <c:v>70</c:v>
                </c:pt>
                <c:pt idx="19">
                  <c:v>95</c:v>
                </c:pt>
                <c:pt idx="20">
                  <c:v>60</c:v>
                </c:pt>
                <c:pt idx="21">
                  <c:v>65</c:v>
                </c:pt>
                <c:pt idx="22">
                  <c:v>55</c:v>
                </c:pt>
                <c:pt idx="23">
                  <c:v>85</c:v>
                </c:pt>
                <c:pt idx="24">
                  <c:v>55</c:v>
                </c:pt>
                <c:pt idx="25">
                  <c:v>79</c:v>
                </c:pt>
                <c:pt idx="26">
                  <c:v>80</c:v>
                </c:pt>
                <c:pt idx="27">
                  <c:v>60</c:v>
                </c:pt>
              </c:numCache>
            </c:numRef>
          </c:yVal>
        </c:ser>
        <c:ser>
          <c:idx val="1"/>
          <c:order val="1"/>
          <c:tx>
            <c:v>Fire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B23C50"/>
              </a:solidFill>
            </c:spPr>
          </c:marker>
          <c:xVal>
            <c:numRef>
              <c:f>'Chart Data'!$C$2:$C$13</c:f>
              <c:numCache>
                <c:formatCode>General</c:formatCode>
                <c:ptCount val="12"/>
                <c:pt idx="0">
                  <c:v>52</c:v>
                </c:pt>
                <c:pt idx="1">
                  <c:v>64</c:v>
                </c:pt>
                <c:pt idx="2">
                  <c:v>84</c:v>
                </c:pt>
                <c:pt idx="3">
                  <c:v>41</c:v>
                </c:pt>
                <c:pt idx="4">
                  <c:v>76</c:v>
                </c:pt>
                <c:pt idx="5">
                  <c:v>70</c:v>
                </c:pt>
                <c:pt idx="6">
                  <c:v>110</c:v>
                </c:pt>
                <c:pt idx="7">
                  <c:v>85</c:v>
                </c:pt>
                <c:pt idx="8">
                  <c:v>100</c:v>
                </c:pt>
                <c:pt idx="9">
                  <c:v>95</c:v>
                </c:pt>
                <c:pt idx="10">
                  <c:v>130</c:v>
                </c:pt>
                <c:pt idx="11">
                  <c:v>100</c:v>
                </c:pt>
              </c:numCache>
            </c:numRef>
          </c:xVal>
          <c:yVal>
            <c:numRef>
              <c:f>'Chart Data'!$D$2:$D$13</c:f>
              <c:numCache>
                <c:formatCode>General</c:formatCode>
                <c:ptCount val="12"/>
                <c:pt idx="0">
                  <c:v>43</c:v>
                </c:pt>
                <c:pt idx="1">
                  <c:v>58</c:v>
                </c:pt>
                <c:pt idx="2">
                  <c:v>78</c:v>
                </c:pt>
                <c:pt idx="3">
                  <c:v>40</c:v>
                </c:pt>
                <c:pt idx="4">
                  <c:v>75</c:v>
                </c:pt>
                <c:pt idx="5">
                  <c:v>45</c:v>
                </c:pt>
                <c:pt idx="6">
                  <c:v>80</c:v>
                </c:pt>
                <c:pt idx="7">
                  <c:v>55</c:v>
                </c:pt>
                <c:pt idx="8">
                  <c:v>70</c:v>
                </c:pt>
                <c:pt idx="9">
                  <c:v>57</c:v>
                </c:pt>
                <c:pt idx="10">
                  <c:v>60</c:v>
                </c:pt>
                <c:pt idx="11">
                  <c:v>90</c:v>
                </c:pt>
              </c:numCache>
            </c:numRef>
          </c:yVal>
        </c:ser>
        <c:ser>
          <c:idx val="2"/>
          <c:order val="2"/>
          <c:tx>
            <c:v>Grass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647545"/>
              </a:solidFill>
            </c:spPr>
          </c:marker>
          <c:xVal>
            <c:numRef>
              <c:f>'Chart Data'!$E$2:$E$13</c:f>
              <c:numCache>
                <c:formatCode>General</c:formatCode>
                <c:ptCount val="12"/>
                <c:pt idx="0">
                  <c:v>49</c:v>
                </c:pt>
                <c:pt idx="1">
                  <c:v>62</c:v>
                </c:pt>
                <c:pt idx="2">
                  <c:v>82</c:v>
                </c:pt>
                <c:pt idx="3">
                  <c:v>50</c:v>
                </c:pt>
                <c:pt idx="4">
                  <c:v>65</c:v>
                </c:pt>
                <c:pt idx="5">
                  <c:v>80</c:v>
                </c:pt>
                <c:pt idx="6">
                  <c:v>75</c:v>
                </c:pt>
                <c:pt idx="7">
                  <c:v>90</c:v>
                </c:pt>
                <c:pt idx="8">
                  <c:v>105</c:v>
                </c:pt>
                <c:pt idx="9">
                  <c:v>40</c:v>
                </c:pt>
                <c:pt idx="10">
                  <c:v>95</c:v>
                </c:pt>
                <c:pt idx="11">
                  <c:v>55</c:v>
                </c:pt>
              </c:numCache>
            </c:numRef>
          </c:xVal>
          <c:yVal>
            <c:numRef>
              <c:f>'Chart Data'!$F$2:$F$13</c:f>
              <c:numCache>
                <c:formatCode>General</c:formatCode>
                <c:ptCount val="12"/>
                <c:pt idx="0">
                  <c:v>49</c:v>
                </c:pt>
                <c:pt idx="1">
                  <c:v>63</c:v>
                </c:pt>
                <c:pt idx="2">
                  <c:v>83</c:v>
                </c:pt>
                <c:pt idx="3">
                  <c:v>55</c:v>
                </c:pt>
                <c:pt idx="4">
                  <c:v>70</c:v>
                </c:pt>
                <c:pt idx="5">
                  <c:v>85</c:v>
                </c:pt>
                <c:pt idx="6">
                  <c:v>35</c:v>
                </c:pt>
                <c:pt idx="7">
                  <c:v>50</c:v>
                </c:pt>
                <c:pt idx="8">
                  <c:v>65</c:v>
                </c:pt>
                <c:pt idx="9">
                  <c:v>80</c:v>
                </c:pt>
                <c:pt idx="10">
                  <c:v>85</c:v>
                </c:pt>
                <c:pt idx="11">
                  <c:v>115</c:v>
                </c:pt>
              </c:numCache>
            </c:numRef>
          </c:yVal>
        </c:ser>
        <c:ser>
          <c:idx val="3"/>
          <c:order val="3"/>
          <c:tx>
            <c:v>Electric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C18A34"/>
              </a:solidFill>
            </c:spPr>
          </c:marker>
          <c:xVal>
            <c:numRef>
              <c:f>'Chart Data'!$G$2:$G$10</c:f>
              <c:numCache>
                <c:formatCode>General</c:formatCode>
                <c:ptCount val="9"/>
                <c:pt idx="0">
                  <c:v>55</c:v>
                </c:pt>
                <c:pt idx="1">
                  <c:v>90</c:v>
                </c:pt>
                <c:pt idx="2">
                  <c:v>35</c:v>
                </c:pt>
                <c:pt idx="3">
                  <c:v>60</c:v>
                </c:pt>
                <c:pt idx="4">
                  <c:v>30</c:v>
                </c:pt>
                <c:pt idx="5">
                  <c:v>50</c:v>
                </c:pt>
                <c:pt idx="6">
                  <c:v>83</c:v>
                </c:pt>
                <c:pt idx="7">
                  <c:v>65</c:v>
                </c:pt>
                <c:pt idx="8">
                  <c:v>90</c:v>
                </c:pt>
              </c:numCache>
            </c:numRef>
          </c:xVal>
          <c:yVal>
            <c:numRef>
              <c:f>'Chart Data'!$H$2:$H$10</c:f>
              <c:numCache>
                <c:formatCode>General</c:formatCode>
                <c:ptCount val="9"/>
                <c:pt idx="0">
                  <c:v>40</c:v>
                </c:pt>
                <c:pt idx="1">
                  <c:v>55</c:v>
                </c:pt>
                <c:pt idx="2">
                  <c:v>70</c:v>
                </c:pt>
                <c:pt idx="3">
                  <c:v>95</c:v>
                </c:pt>
                <c:pt idx="4">
                  <c:v>50</c:v>
                </c:pt>
                <c:pt idx="5">
                  <c:v>70</c:v>
                </c:pt>
                <c:pt idx="6">
                  <c:v>57</c:v>
                </c:pt>
                <c:pt idx="7">
                  <c:v>60</c:v>
                </c:pt>
                <c:pt idx="8">
                  <c:v>85</c:v>
                </c:pt>
              </c:numCache>
            </c:numRef>
          </c:yVal>
        </c:ser>
        <c:ser>
          <c:idx val="4"/>
          <c:order val="4"/>
          <c:tx>
            <c:v>Other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DCD8D0"/>
              </a:solidFill>
            </c:spPr>
          </c:marker>
          <c:xVal>
            <c:numRef>
              <c:f>'Chart Data'!$I$2:$I$91</c:f>
              <c:numCache>
                <c:formatCode>General</c:formatCode>
                <c:ptCount val="90"/>
                <c:pt idx="0">
                  <c:v>30</c:v>
                </c:pt>
                <c:pt idx="1">
                  <c:v>20</c:v>
                </c:pt>
                <c:pt idx="2">
                  <c:v>45</c:v>
                </c:pt>
                <c:pt idx="3">
                  <c:v>35</c:v>
                </c:pt>
                <c:pt idx="4">
                  <c:v>25</c:v>
                </c:pt>
                <c:pt idx="5">
                  <c:v>90</c:v>
                </c:pt>
                <c:pt idx="6">
                  <c:v>45</c:v>
                </c:pt>
                <c:pt idx="7">
                  <c:v>60</c:v>
                </c:pt>
                <c:pt idx="8">
                  <c:v>80</c:v>
                </c:pt>
                <c:pt idx="9">
                  <c:v>56</c:v>
                </c:pt>
                <c:pt idx="10">
                  <c:v>81</c:v>
                </c:pt>
                <c:pt idx="11">
                  <c:v>60</c:v>
                </c:pt>
                <c:pt idx="12">
                  <c:v>90</c:v>
                </c:pt>
                <c:pt idx="13">
                  <c:v>60</c:v>
                </c:pt>
                <c:pt idx="14">
                  <c:v>95</c:v>
                </c:pt>
                <c:pt idx="15">
                  <c:v>75</c:v>
                </c:pt>
                <c:pt idx="16">
                  <c:v>100</c:v>
                </c:pt>
                <c:pt idx="17">
                  <c:v>47</c:v>
                </c:pt>
                <c:pt idx="18">
                  <c:v>62</c:v>
                </c:pt>
                <c:pt idx="19">
                  <c:v>92</c:v>
                </c:pt>
                <c:pt idx="20">
                  <c:v>57</c:v>
                </c:pt>
                <c:pt idx="21">
                  <c:v>72</c:v>
                </c:pt>
                <c:pt idx="22">
                  <c:v>102</c:v>
                </c:pt>
                <c:pt idx="23">
                  <c:v>45</c:v>
                </c:pt>
                <c:pt idx="24">
                  <c:v>70</c:v>
                </c:pt>
                <c:pt idx="25">
                  <c:v>45</c:v>
                </c:pt>
                <c:pt idx="26">
                  <c:v>70</c:v>
                </c:pt>
                <c:pt idx="27">
                  <c:v>45</c:v>
                </c:pt>
                <c:pt idx="28">
                  <c:v>80</c:v>
                </c:pt>
                <c:pt idx="29">
                  <c:v>70</c:v>
                </c:pt>
                <c:pt idx="30">
                  <c:v>95</c:v>
                </c:pt>
                <c:pt idx="31">
                  <c:v>55</c:v>
                </c:pt>
                <c:pt idx="32">
                  <c:v>65</c:v>
                </c:pt>
                <c:pt idx="33">
                  <c:v>55</c:v>
                </c:pt>
                <c:pt idx="34">
                  <c:v>100</c:v>
                </c:pt>
                <c:pt idx="35">
                  <c:v>45</c:v>
                </c:pt>
                <c:pt idx="36">
                  <c:v>70</c:v>
                </c:pt>
                <c:pt idx="37">
                  <c:v>80</c:v>
                </c:pt>
                <c:pt idx="38">
                  <c:v>105</c:v>
                </c:pt>
                <c:pt idx="39">
                  <c:v>20</c:v>
                </c:pt>
                <c:pt idx="40">
                  <c:v>35</c:v>
                </c:pt>
                <c:pt idx="41">
                  <c:v>50</c:v>
                </c:pt>
                <c:pt idx="42">
                  <c:v>80</c:v>
                </c:pt>
                <c:pt idx="43">
                  <c:v>100</c:v>
                </c:pt>
                <c:pt idx="44">
                  <c:v>130</c:v>
                </c:pt>
                <c:pt idx="45">
                  <c:v>80</c:v>
                </c:pt>
                <c:pt idx="46">
                  <c:v>95</c:v>
                </c:pt>
                <c:pt idx="47">
                  <c:v>120</c:v>
                </c:pt>
                <c:pt idx="48">
                  <c:v>90</c:v>
                </c:pt>
                <c:pt idx="49">
                  <c:v>85</c:v>
                </c:pt>
                <c:pt idx="50">
                  <c:v>110</c:v>
                </c:pt>
                <c:pt idx="51">
                  <c:v>80</c:v>
                </c:pt>
                <c:pt idx="52">
                  <c:v>105</c:v>
                </c:pt>
                <c:pt idx="53">
                  <c:v>35</c:v>
                </c:pt>
                <c:pt idx="54">
                  <c:v>50</c:v>
                </c:pt>
                <c:pt idx="55">
                  <c:v>65</c:v>
                </c:pt>
                <c:pt idx="56">
                  <c:v>45</c:v>
                </c:pt>
                <c:pt idx="57">
                  <c:v>48</c:v>
                </c:pt>
                <c:pt idx="58">
                  <c:v>73</c:v>
                </c:pt>
                <c:pt idx="59">
                  <c:v>50</c:v>
                </c:pt>
                <c:pt idx="60">
                  <c:v>80</c:v>
                </c:pt>
                <c:pt idx="61">
                  <c:v>120</c:v>
                </c:pt>
                <c:pt idx="62">
                  <c:v>105</c:v>
                </c:pt>
                <c:pt idx="63">
                  <c:v>55</c:v>
                </c:pt>
                <c:pt idx="64">
                  <c:v>65</c:v>
                </c:pt>
                <c:pt idx="65">
                  <c:v>90</c:v>
                </c:pt>
                <c:pt idx="66">
                  <c:v>85</c:v>
                </c:pt>
                <c:pt idx="67">
                  <c:v>130</c:v>
                </c:pt>
                <c:pt idx="68">
                  <c:v>5</c:v>
                </c:pt>
                <c:pt idx="69">
                  <c:v>95</c:v>
                </c:pt>
                <c:pt idx="70">
                  <c:v>45</c:v>
                </c:pt>
                <c:pt idx="71">
                  <c:v>110</c:v>
                </c:pt>
                <c:pt idx="72">
                  <c:v>50</c:v>
                </c:pt>
                <c:pt idx="73">
                  <c:v>125</c:v>
                </c:pt>
                <c:pt idx="74">
                  <c:v>100</c:v>
                </c:pt>
                <c:pt idx="75">
                  <c:v>48</c:v>
                </c:pt>
                <c:pt idx="76">
                  <c:v>55</c:v>
                </c:pt>
                <c:pt idx="77">
                  <c:v>60</c:v>
                </c:pt>
                <c:pt idx="78">
                  <c:v>40</c:v>
                </c:pt>
                <c:pt idx="79">
                  <c:v>60</c:v>
                </c:pt>
                <c:pt idx="80">
                  <c:v>80</c:v>
                </c:pt>
                <c:pt idx="81">
                  <c:v>115</c:v>
                </c:pt>
                <c:pt idx="82">
                  <c:v>105</c:v>
                </c:pt>
                <c:pt idx="83">
                  <c:v>110</c:v>
                </c:pt>
                <c:pt idx="84">
                  <c:v>85</c:v>
                </c:pt>
                <c:pt idx="85">
                  <c:v>64</c:v>
                </c:pt>
                <c:pt idx="86">
                  <c:v>84</c:v>
                </c:pt>
                <c:pt idx="87">
                  <c:v>134</c:v>
                </c:pt>
                <c:pt idx="88">
                  <c:v>110</c:v>
                </c:pt>
                <c:pt idx="89">
                  <c:v>100</c:v>
                </c:pt>
              </c:numCache>
            </c:numRef>
          </c:xVal>
          <c:yVal>
            <c:numRef>
              <c:f>'Chart Data'!$J$2:$J$91</c:f>
              <c:numCache>
                <c:formatCode>General</c:formatCode>
                <c:ptCount val="90"/>
                <c:pt idx="0">
                  <c:v>35</c:v>
                </c:pt>
                <c:pt idx="1">
                  <c:v>55</c:v>
                </c:pt>
                <c:pt idx="2">
                  <c:v>50</c:v>
                </c:pt>
                <c:pt idx="3">
                  <c:v>30</c:v>
                </c:pt>
                <c:pt idx="4">
                  <c:v>50</c:v>
                </c:pt>
                <c:pt idx="5">
                  <c:v>40</c:v>
                </c:pt>
                <c:pt idx="6">
                  <c:v>40</c:v>
                </c:pt>
                <c:pt idx="7">
                  <c:v>55</c:v>
                </c:pt>
                <c:pt idx="8">
                  <c:v>75</c:v>
                </c:pt>
                <c:pt idx="9">
                  <c:v>35</c:v>
                </c:pt>
                <c:pt idx="10">
                  <c:v>60</c:v>
                </c:pt>
                <c:pt idx="11">
                  <c:v>30</c:v>
                </c:pt>
                <c:pt idx="12">
                  <c:v>65</c:v>
                </c:pt>
                <c:pt idx="13">
                  <c:v>44</c:v>
                </c:pt>
                <c:pt idx="14">
                  <c:v>69</c:v>
                </c:pt>
                <c:pt idx="15">
                  <c:v>85</c:v>
                </c:pt>
                <c:pt idx="16">
                  <c:v>110</c:v>
                </c:pt>
                <c:pt idx="17">
                  <c:v>52</c:v>
                </c:pt>
                <c:pt idx="18">
                  <c:v>67</c:v>
                </c:pt>
                <c:pt idx="19">
                  <c:v>87</c:v>
                </c:pt>
                <c:pt idx="20">
                  <c:v>40</c:v>
                </c:pt>
                <c:pt idx="21">
                  <c:v>57</c:v>
                </c:pt>
                <c:pt idx="22">
                  <c:v>77</c:v>
                </c:pt>
                <c:pt idx="23">
                  <c:v>48</c:v>
                </c:pt>
                <c:pt idx="24">
                  <c:v>73</c:v>
                </c:pt>
                <c:pt idx="25">
                  <c:v>20</c:v>
                </c:pt>
                <c:pt idx="26">
                  <c:v>45</c:v>
                </c:pt>
                <c:pt idx="27">
                  <c:v>35</c:v>
                </c:pt>
                <c:pt idx="28">
                  <c:v>70</c:v>
                </c:pt>
                <c:pt idx="29">
                  <c:v>55</c:v>
                </c:pt>
                <c:pt idx="30">
                  <c:v>80</c:v>
                </c:pt>
                <c:pt idx="31">
                  <c:v>50</c:v>
                </c:pt>
                <c:pt idx="32">
                  <c:v>60</c:v>
                </c:pt>
                <c:pt idx="33">
                  <c:v>25</c:v>
                </c:pt>
                <c:pt idx="34">
                  <c:v>50</c:v>
                </c:pt>
                <c:pt idx="35">
                  <c:v>35</c:v>
                </c:pt>
                <c:pt idx="36">
                  <c:v>60</c:v>
                </c:pt>
                <c:pt idx="37">
                  <c:v>35</c:v>
                </c:pt>
                <c:pt idx="38">
                  <c:v>60</c:v>
                </c:pt>
                <c:pt idx="39">
                  <c:v>15</c:v>
                </c:pt>
                <c:pt idx="40">
                  <c:v>30</c:v>
                </c:pt>
                <c:pt idx="41">
                  <c:v>45</c:v>
                </c:pt>
                <c:pt idx="42">
                  <c:v>50</c:v>
                </c:pt>
                <c:pt idx="43">
                  <c:v>70</c:v>
                </c:pt>
                <c:pt idx="44">
                  <c:v>80</c:v>
                </c:pt>
                <c:pt idx="45">
                  <c:v>100</c:v>
                </c:pt>
                <c:pt idx="46">
                  <c:v>115</c:v>
                </c:pt>
                <c:pt idx="47">
                  <c:v>130</c:v>
                </c:pt>
                <c:pt idx="48">
                  <c:v>55</c:v>
                </c:pt>
                <c:pt idx="49">
                  <c:v>45</c:v>
                </c:pt>
                <c:pt idx="50">
                  <c:v>70</c:v>
                </c:pt>
                <c:pt idx="51">
                  <c:v>50</c:v>
                </c:pt>
                <c:pt idx="52">
                  <c:v>75</c:v>
                </c:pt>
                <c:pt idx="53">
                  <c:v>30</c:v>
                </c:pt>
                <c:pt idx="54">
                  <c:v>45</c:v>
                </c:pt>
                <c:pt idx="55">
                  <c:v>60</c:v>
                </c:pt>
                <c:pt idx="56">
                  <c:v>160</c:v>
                </c:pt>
                <c:pt idx="57">
                  <c:v>45</c:v>
                </c:pt>
                <c:pt idx="58">
                  <c:v>70</c:v>
                </c:pt>
                <c:pt idx="59">
                  <c:v>95</c:v>
                </c:pt>
                <c:pt idx="60">
                  <c:v>110</c:v>
                </c:pt>
                <c:pt idx="61">
                  <c:v>53</c:v>
                </c:pt>
                <c:pt idx="62">
                  <c:v>79</c:v>
                </c:pt>
                <c:pt idx="63">
                  <c:v>75</c:v>
                </c:pt>
                <c:pt idx="64">
                  <c:v>95</c:v>
                </c:pt>
                <c:pt idx="65">
                  <c:v>120</c:v>
                </c:pt>
                <c:pt idx="66">
                  <c:v>95</c:v>
                </c:pt>
                <c:pt idx="67">
                  <c:v>120</c:v>
                </c:pt>
                <c:pt idx="68">
                  <c:v>5</c:v>
                </c:pt>
                <c:pt idx="69">
                  <c:v>80</c:v>
                </c:pt>
                <c:pt idx="70">
                  <c:v>65</c:v>
                </c:pt>
                <c:pt idx="71">
                  <c:v>80</c:v>
                </c:pt>
                <c:pt idx="72">
                  <c:v>35</c:v>
                </c:pt>
                <c:pt idx="73">
                  <c:v>100</c:v>
                </c:pt>
                <c:pt idx="74">
                  <c:v>95</c:v>
                </c:pt>
                <c:pt idx="75">
                  <c:v>48</c:v>
                </c:pt>
                <c:pt idx="76">
                  <c:v>50</c:v>
                </c:pt>
                <c:pt idx="77">
                  <c:v>70</c:v>
                </c:pt>
                <c:pt idx="78">
                  <c:v>100</c:v>
                </c:pt>
                <c:pt idx="79">
                  <c:v>125</c:v>
                </c:pt>
                <c:pt idx="80">
                  <c:v>90</c:v>
                </c:pt>
                <c:pt idx="81">
                  <c:v>105</c:v>
                </c:pt>
                <c:pt idx="82">
                  <c:v>65</c:v>
                </c:pt>
                <c:pt idx="83">
                  <c:v>65</c:v>
                </c:pt>
                <c:pt idx="84">
                  <c:v>100</c:v>
                </c:pt>
                <c:pt idx="85">
                  <c:v>45</c:v>
                </c:pt>
                <c:pt idx="86">
                  <c:v>65</c:v>
                </c:pt>
                <c:pt idx="87">
                  <c:v>95</c:v>
                </c:pt>
                <c:pt idx="88">
                  <c:v>90</c:v>
                </c:pt>
                <c:pt idx="89">
                  <c:v>100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Ubuntu Condensed"/>
                  <a:ea typeface="Ubuntu Condensed"/>
                  <a:cs typeface="Ubuntu Condense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AE7E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38332E"/>
                    </a:solidFill>
                    <a:latin typeface="Ubuntu Condensed"/>
                    <a:ea typeface="Ubuntu Condensed"/>
                    <a:cs typeface="Ubuntu Condensed"/>
                  </a:rPr>
                  <a:t>Defense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38332E"/>
                  </a:solidFill>
                  <a:latin typeface="Ubuntu Condensed"/>
                  <a:ea typeface="Ubuntu Condensed"/>
                  <a:cs typeface="Ubuntu Condensed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pPr>
          </a:p>
        </c:txPr>
        <c:crossAx val="48650112"/>
        <c:majorUnit val="50"/>
      </c:valAx>
      <c:valAx>
        <c:axId val="48650112"/>
        <c:scaling>
          <c:orientation val="minMax"/>
          <c:max val="2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AE7E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38332E"/>
                    </a:solidFill>
                    <a:latin typeface="Ubuntu Condensed"/>
                    <a:ea typeface="Ubuntu Condensed"/>
                    <a:cs typeface="Ubuntu Condensed"/>
                  </a:rPr>
                  <a:t>Attack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38332E"/>
                  </a:solidFill>
                  <a:latin typeface="Ubuntu Condensed"/>
                  <a:ea typeface="Ubuntu Condensed"/>
                  <a:cs typeface="Ubuntu Condensed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pPr>
          </a:p>
        </c:txPr>
        <c:crossAx val="48672768"/>
        <c:majorUnit val="50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varyColors val="0"/>
        <c:ser>
          <c:idx val="0"/>
          <c:order val="0"/>
          <c:tx>
            <c:v>0–&lt;10 kg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E3D9EC"/>
              </a:solidFill>
            </c:spPr>
          </c:marker>
          <c:xVal>
            <c:numRef>
              <c:f>'Chart Data'!$A$2:$A$40</c:f>
              <c:numCache>
                <c:formatCode>General</c:formatCode>
                <c:ptCount val="39"/>
                <c:pt idx="0">
                  <c:v>49</c:v>
                </c:pt>
                <c:pt idx="1">
                  <c:v>52</c:v>
                </c:pt>
                <c:pt idx="2">
                  <c:v>48</c:v>
                </c:pt>
                <c:pt idx="3">
                  <c:v>30</c:v>
                </c:pt>
                <c:pt idx="4">
                  <c:v>20</c:v>
                </c:pt>
                <c:pt idx="5">
                  <c:v>35</c:v>
                </c:pt>
                <c:pt idx="6">
                  <c:v>45</c:v>
                </c:pt>
                <c:pt idx="7">
                  <c:v>56</c:v>
                </c:pt>
                <c:pt idx="8">
                  <c:v>60</c:v>
                </c:pt>
                <c:pt idx="9">
                  <c:v>60</c:v>
                </c:pt>
                <c:pt idx="10">
                  <c:v>55</c:v>
                </c:pt>
                <c:pt idx="11">
                  <c:v>47</c:v>
                </c:pt>
                <c:pt idx="12">
                  <c:v>57</c:v>
                </c:pt>
                <c:pt idx="13">
                  <c:v>45</c:v>
                </c:pt>
                <c:pt idx="14">
                  <c:v>41</c:v>
                </c:pt>
                <c:pt idx="15">
                  <c:v>45</c:v>
                </c:pt>
                <c:pt idx="16">
                  <c:v>45</c:v>
                </c:pt>
                <c:pt idx="17">
                  <c:v>50</c:v>
                </c:pt>
                <c:pt idx="18">
                  <c:v>65</c:v>
                </c:pt>
                <c:pt idx="19">
                  <c:v>70</c:v>
                </c:pt>
                <c:pt idx="20">
                  <c:v>55</c:v>
                </c:pt>
                <c:pt idx="21">
                  <c:v>45</c:v>
                </c:pt>
                <c:pt idx="22">
                  <c:v>75</c:v>
                </c:pt>
                <c:pt idx="23">
                  <c:v>90</c:v>
                </c:pt>
                <c:pt idx="24">
                  <c:v>35</c:v>
                </c:pt>
                <c:pt idx="25">
                  <c:v>65</c:v>
                </c:pt>
                <c:pt idx="26">
                  <c:v>35</c:v>
                </c:pt>
                <c:pt idx="27">
                  <c:v>50</c:v>
                </c:pt>
                <c:pt idx="28">
                  <c:v>105</c:v>
                </c:pt>
                <c:pt idx="29">
                  <c:v>40</c:v>
                </c:pt>
                <c:pt idx="30">
                  <c:v>50</c:v>
                </c:pt>
                <c:pt idx="31">
                  <c:v>65</c:v>
                </c:pt>
                <c:pt idx="32">
                  <c:v>90</c:v>
                </c:pt>
                <c:pt idx="33">
                  <c:v>40</c:v>
                </c:pt>
                <c:pt idx="34">
                  <c:v>48</c:v>
                </c:pt>
                <c:pt idx="35">
                  <c:v>55</c:v>
                </c:pt>
                <c:pt idx="36">
                  <c:v>40</c:v>
                </c:pt>
                <c:pt idx="37">
                  <c:v>64</c:v>
                </c:pt>
                <c:pt idx="38">
                  <c:v>100</c:v>
                </c:pt>
              </c:numCache>
            </c:numRef>
          </c:xVal>
          <c:yVal>
            <c:numRef>
              <c:f>'Chart Data'!$B$2:$B$40</c:f>
              <c:numCache>
                <c:formatCode>General</c:formatCode>
                <c:ptCount val="39"/>
                <c:pt idx="0">
                  <c:v>49</c:v>
                </c:pt>
                <c:pt idx="1">
                  <c:v>43</c:v>
                </c:pt>
                <c:pt idx="2">
                  <c:v>65</c:v>
                </c:pt>
                <c:pt idx="3">
                  <c:v>35</c:v>
                </c:pt>
                <c:pt idx="4">
                  <c:v>55</c:v>
                </c:pt>
                <c:pt idx="5">
                  <c:v>30</c:v>
                </c:pt>
                <c:pt idx="6">
                  <c:v>40</c:v>
                </c:pt>
                <c:pt idx="7">
                  <c:v>35</c:v>
                </c:pt>
                <c:pt idx="8">
                  <c:v>30</c:v>
                </c:pt>
                <c:pt idx="9">
                  <c:v>44</c:v>
                </c:pt>
                <c:pt idx="10">
                  <c:v>40</c:v>
                </c:pt>
                <c:pt idx="11">
                  <c:v>52</c:v>
                </c:pt>
                <c:pt idx="12">
                  <c:v>40</c:v>
                </c:pt>
                <c:pt idx="13">
                  <c:v>48</c:v>
                </c:pt>
                <c:pt idx="14">
                  <c:v>40</c:v>
                </c:pt>
                <c:pt idx="15">
                  <c:v>20</c:v>
                </c:pt>
                <c:pt idx="16">
                  <c:v>35</c:v>
                </c:pt>
                <c:pt idx="17">
                  <c:v>55</c:v>
                </c:pt>
                <c:pt idx="18">
                  <c:v>70</c:v>
                </c:pt>
                <c:pt idx="19">
                  <c:v>55</c:v>
                </c:pt>
                <c:pt idx="20">
                  <c:v>25</c:v>
                </c:pt>
                <c:pt idx="21">
                  <c:v>35</c:v>
                </c:pt>
                <c:pt idx="22">
                  <c:v>35</c:v>
                </c:pt>
                <c:pt idx="23">
                  <c:v>50</c:v>
                </c:pt>
                <c:pt idx="24">
                  <c:v>70</c:v>
                </c:pt>
                <c:pt idx="25">
                  <c:v>100</c:v>
                </c:pt>
                <c:pt idx="26">
                  <c:v>30</c:v>
                </c:pt>
                <c:pt idx="27">
                  <c:v>45</c:v>
                </c:pt>
                <c:pt idx="28">
                  <c:v>90</c:v>
                </c:pt>
                <c:pt idx="29">
                  <c:v>80</c:v>
                </c:pt>
                <c:pt idx="30">
                  <c:v>95</c:v>
                </c:pt>
                <c:pt idx="31">
                  <c:v>95</c:v>
                </c:pt>
                <c:pt idx="32">
                  <c:v>120</c:v>
                </c:pt>
                <c:pt idx="33">
                  <c:v>70</c:v>
                </c:pt>
                <c:pt idx="34">
                  <c:v>48</c:v>
                </c:pt>
                <c:pt idx="35">
                  <c:v>50</c:v>
                </c:pt>
                <c:pt idx="36">
                  <c:v>100</c:v>
                </c:pt>
                <c:pt idx="37">
                  <c:v>45</c:v>
                </c:pt>
                <c:pt idx="38">
                  <c:v>100</c:v>
                </c:pt>
              </c:numCache>
            </c:numRef>
          </c:yVal>
        </c:ser>
        <c:ser>
          <c:idx val="1"/>
          <c:order val="1"/>
          <c:tx>
            <c:v>10–&lt;30 kg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BDA3CF"/>
              </a:solidFill>
            </c:spPr>
          </c:marker>
          <c:xVal>
            <c:numRef>
              <c:f>'Chart Data'!$C$2:$C$35</c:f>
              <c:numCache>
                <c:formatCode>General</c:formatCode>
                <c:ptCount val="34"/>
                <c:pt idx="0">
                  <c:v>62</c:v>
                </c:pt>
                <c:pt idx="1">
                  <c:v>64</c:v>
                </c:pt>
                <c:pt idx="2">
                  <c:v>63</c:v>
                </c:pt>
                <c:pt idx="3">
                  <c:v>25</c:v>
                </c:pt>
                <c:pt idx="4">
                  <c:v>90</c:v>
                </c:pt>
                <c:pt idx="5">
                  <c:v>81</c:v>
                </c:pt>
                <c:pt idx="6">
                  <c:v>75</c:v>
                </c:pt>
                <c:pt idx="7">
                  <c:v>100</c:v>
                </c:pt>
                <c:pt idx="8">
                  <c:v>62</c:v>
                </c:pt>
                <c:pt idx="9">
                  <c:v>72</c:v>
                </c:pt>
                <c:pt idx="10">
                  <c:v>76</c:v>
                </c:pt>
                <c:pt idx="11">
                  <c:v>70</c:v>
                </c:pt>
                <c:pt idx="12">
                  <c:v>80</c:v>
                </c:pt>
                <c:pt idx="13">
                  <c:v>95</c:v>
                </c:pt>
                <c:pt idx="14">
                  <c:v>65</c:v>
                </c:pt>
                <c:pt idx="15">
                  <c:v>52</c:v>
                </c:pt>
                <c:pt idx="16">
                  <c:v>80</c:v>
                </c:pt>
                <c:pt idx="17">
                  <c:v>70</c:v>
                </c:pt>
                <c:pt idx="18">
                  <c:v>50</c:v>
                </c:pt>
                <c:pt idx="19">
                  <c:v>65</c:v>
                </c:pt>
                <c:pt idx="20">
                  <c:v>20</c:v>
                </c:pt>
                <c:pt idx="21">
                  <c:v>80</c:v>
                </c:pt>
                <c:pt idx="22">
                  <c:v>105</c:v>
                </c:pt>
                <c:pt idx="23">
                  <c:v>80</c:v>
                </c:pt>
                <c:pt idx="24">
                  <c:v>90</c:v>
                </c:pt>
                <c:pt idx="25">
                  <c:v>30</c:v>
                </c:pt>
                <c:pt idx="26">
                  <c:v>65</c:v>
                </c:pt>
                <c:pt idx="27">
                  <c:v>67</c:v>
                </c:pt>
                <c:pt idx="28">
                  <c:v>10</c:v>
                </c:pt>
                <c:pt idx="29">
                  <c:v>65</c:v>
                </c:pt>
                <c:pt idx="30">
                  <c:v>65</c:v>
                </c:pt>
                <c:pt idx="31">
                  <c:v>130</c:v>
                </c:pt>
                <c:pt idx="32">
                  <c:v>80</c:v>
                </c:pt>
                <c:pt idx="33">
                  <c:v>84</c:v>
                </c:pt>
              </c:numCache>
            </c:numRef>
          </c:xVal>
          <c:yVal>
            <c:numRef>
              <c:f>'Chart Data'!$D$2:$D$35</c:f>
              <c:numCache>
                <c:formatCode>General</c:formatCode>
                <c:ptCount val="34"/>
                <c:pt idx="0">
                  <c:v>63</c:v>
                </c:pt>
                <c:pt idx="1">
                  <c:v>58</c:v>
                </c:pt>
                <c:pt idx="2">
                  <c:v>80</c:v>
                </c:pt>
                <c:pt idx="3">
                  <c:v>50</c:v>
                </c:pt>
                <c:pt idx="4">
                  <c:v>40</c:v>
                </c:pt>
                <c:pt idx="5">
                  <c:v>60</c:v>
                </c:pt>
                <c:pt idx="6">
                  <c:v>85</c:v>
                </c:pt>
                <c:pt idx="7">
                  <c:v>110</c:v>
                </c:pt>
                <c:pt idx="8">
                  <c:v>67</c:v>
                </c:pt>
                <c:pt idx="9">
                  <c:v>57</c:v>
                </c:pt>
                <c:pt idx="10">
                  <c:v>75</c:v>
                </c:pt>
                <c:pt idx="11">
                  <c:v>45</c:v>
                </c:pt>
                <c:pt idx="12">
                  <c:v>85</c:v>
                </c:pt>
                <c:pt idx="13">
                  <c:v>80</c:v>
                </c:pt>
                <c:pt idx="14">
                  <c:v>60</c:v>
                </c:pt>
                <c:pt idx="15">
                  <c:v>48</c:v>
                </c:pt>
                <c:pt idx="16">
                  <c:v>35</c:v>
                </c:pt>
                <c:pt idx="17">
                  <c:v>45</c:v>
                </c:pt>
                <c:pt idx="18">
                  <c:v>40</c:v>
                </c:pt>
                <c:pt idx="19">
                  <c:v>65</c:v>
                </c:pt>
                <c:pt idx="20">
                  <c:v>15</c:v>
                </c:pt>
                <c:pt idx="21">
                  <c:v>50</c:v>
                </c:pt>
                <c:pt idx="22">
                  <c:v>65</c:v>
                </c:pt>
                <c:pt idx="23">
                  <c:v>100</c:v>
                </c:pt>
                <c:pt idx="24">
                  <c:v>55</c:v>
                </c:pt>
                <c:pt idx="25">
                  <c:v>50</c:v>
                </c:pt>
                <c:pt idx="26">
                  <c:v>95</c:v>
                </c:pt>
                <c:pt idx="27">
                  <c:v>60</c:v>
                </c:pt>
                <c:pt idx="28">
                  <c:v>55</c:v>
                </c:pt>
                <c:pt idx="29">
                  <c:v>60</c:v>
                </c:pt>
                <c:pt idx="30">
                  <c:v>60</c:v>
                </c:pt>
                <c:pt idx="31">
                  <c:v>60</c:v>
                </c:pt>
                <c:pt idx="32">
                  <c:v>90</c:v>
                </c:pt>
                <c:pt idx="33">
                  <c:v>65</c:v>
                </c:pt>
              </c:numCache>
            </c:numRef>
          </c:yVal>
        </c:ser>
        <c:ser>
          <c:idx val="2"/>
          <c:order val="2"/>
          <c:tx>
            <c:v>30–&lt;70 kg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9476AF"/>
              </a:solidFill>
            </c:spPr>
          </c:marker>
          <c:xVal>
            <c:numRef>
              <c:f>'Chart Data'!$E$2:$E$51</c:f>
              <c:numCache>
                <c:formatCode>General</c:formatCode>
                <c:ptCount val="50"/>
                <c:pt idx="0">
                  <c:v>45</c:v>
                </c:pt>
                <c:pt idx="1">
                  <c:v>60</c:v>
                </c:pt>
                <c:pt idx="2">
                  <c:v>80</c:v>
                </c:pt>
                <c:pt idx="3">
                  <c:v>90</c:v>
                </c:pt>
                <c:pt idx="4">
                  <c:v>95</c:v>
                </c:pt>
                <c:pt idx="5">
                  <c:v>90</c:v>
                </c:pt>
                <c:pt idx="6">
                  <c:v>92</c:v>
                </c:pt>
                <c:pt idx="7">
                  <c:v>102</c:v>
                </c:pt>
                <c:pt idx="8">
                  <c:v>70</c:v>
                </c:pt>
                <c:pt idx="9">
                  <c:v>80</c:v>
                </c:pt>
                <c:pt idx="10">
                  <c:v>55</c:v>
                </c:pt>
                <c:pt idx="11">
                  <c:v>100</c:v>
                </c:pt>
                <c:pt idx="12">
                  <c:v>70</c:v>
                </c:pt>
                <c:pt idx="13">
                  <c:v>105</c:v>
                </c:pt>
                <c:pt idx="14">
                  <c:v>95</c:v>
                </c:pt>
                <c:pt idx="15">
                  <c:v>35</c:v>
                </c:pt>
                <c:pt idx="16">
                  <c:v>50</c:v>
                </c:pt>
                <c:pt idx="17">
                  <c:v>40</c:v>
                </c:pt>
                <c:pt idx="18">
                  <c:v>70</c:v>
                </c:pt>
                <c:pt idx="19">
                  <c:v>85</c:v>
                </c:pt>
                <c:pt idx="20">
                  <c:v>65</c:v>
                </c:pt>
                <c:pt idx="21">
                  <c:v>60</c:v>
                </c:pt>
                <c:pt idx="22">
                  <c:v>85</c:v>
                </c:pt>
                <c:pt idx="23">
                  <c:v>80</c:v>
                </c:pt>
                <c:pt idx="24">
                  <c:v>105</c:v>
                </c:pt>
                <c:pt idx="25">
                  <c:v>65</c:v>
                </c:pt>
                <c:pt idx="26">
                  <c:v>48</c:v>
                </c:pt>
                <c:pt idx="27">
                  <c:v>130</c:v>
                </c:pt>
                <c:pt idx="28">
                  <c:v>50</c:v>
                </c:pt>
                <c:pt idx="29">
                  <c:v>80</c:v>
                </c:pt>
                <c:pt idx="30">
                  <c:v>120</c:v>
                </c:pt>
                <c:pt idx="31">
                  <c:v>105</c:v>
                </c:pt>
                <c:pt idx="32">
                  <c:v>55</c:v>
                </c:pt>
                <c:pt idx="33">
                  <c:v>5</c:v>
                </c:pt>
                <c:pt idx="34">
                  <c:v>55</c:v>
                </c:pt>
                <c:pt idx="35">
                  <c:v>92</c:v>
                </c:pt>
                <c:pt idx="36">
                  <c:v>45</c:v>
                </c:pt>
                <c:pt idx="37">
                  <c:v>45</c:v>
                </c:pt>
                <c:pt idx="38">
                  <c:v>110</c:v>
                </c:pt>
                <c:pt idx="39">
                  <c:v>50</c:v>
                </c:pt>
                <c:pt idx="40">
                  <c:v>83</c:v>
                </c:pt>
                <c:pt idx="41">
                  <c:v>95</c:v>
                </c:pt>
                <c:pt idx="42">
                  <c:v>125</c:v>
                </c:pt>
                <c:pt idx="43">
                  <c:v>60</c:v>
                </c:pt>
                <c:pt idx="44">
                  <c:v>60</c:v>
                </c:pt>
                <c:pt idx="45">
                  <c:v>115</c:v>
                </c:pt>
                <c:pt idx="46">
                  <c:v>105</c:v>
                </c:pt>
                <c:pt idx="47">
                  <c:v>85</c:v>
                </c:pt>
                <c:pt idx="48">
                  <c:v>90</c:v>
                </c:pt>
                <c:pt idx="49">
                  <c:v>100</c:v>
                </c:pt>
              </c:numCache>
            </c:numRef>
          </c:xVal>
          <c:yVal>
            <c:numRef>
              <c:f>'Chart Data'!$F$2:$F$51</c:f>
              <c:numCache>
                <c:formatCode>General</c:formatCode>
                <c:ptCount val="50"/>
                <c:pt idx="0">
                  <c:v>50</c:v>
                </c:pt>
                <c:pt idx="1">
                  <c:v>55</c:v>
                </c:pt>
                <c:pt idx="2">
                  <c:v>75</c:v>
                </c:pt>
                <c:pt idx="3">
                  <c:v>65</c:v>
                </c:pt>
                <c:pt idx="4">
                  <c:v>69</c:v>
                </c:pt>
                <c:pt idx="5">
                  <c:v>55</c:v>
                </c:pt>
                <c:pt idx="6">
                  <c:v>87</c:v>
                </c:pt>
                <c:pt idx="7">
                  <c:v>77</c:v>
                </c:pt>
                <c:pt idx="8">
                  <c:v>73</c:v>
                </c:pt>
                <c:pt idx="9">
                  <c:v>70</c:v>
                </c:pt>
                <c:pt idx="10">
                  <c:v>50</c:v>
                </c:pt>
                <c:pt idx="11">
                  <c:v>50</c:v>
                </c:pt>
                <c:pt idx="12">
                  <c:v>60</c:v>
                </c:pt>
                <c:pt idx="13">
                  <c:v>60</c:v>
                </c:pt>
                <c:pt idx="14">
                  <c:v>95</c:v>
                </c:pt>
                <c:pt idx="15">
                  <c:v>30</c:v>
                </c:pt>
                <c:pt idx="16">
                  <c:v>45</c:v>
                </c:pt>
                <c:pt idx="17">
                  <c:v>35</c:v>
                </c:pt>
                <c:pt idx="18">
                  <c:v>65</c:v>
                </c:pt>
                <c:pt idx="19">
                  <c:v>55</c:v>
                </c:pt>
                <c:pt idx="20">
                  <c:v>65</c:v>
                </c:pt>
                <c:pt idx="21">
                  <c:v>95</c:v>
                </c:pt>
                <c:pt idx="22">
                  <c:v>45</c:v>
                </c:pt>
                <c:pt idx="23">
                  <c:v>50</c:v>
                </c:pt>
                <c:pt idx="24">
                  <c:v>75</c:v>
                </c:pt>
                <c:pt idx="25">
                  <c:v>60</c:v>
                </c:pt>
                <c:pt idx="26">
                  <c:v>45</c:v>
                </c:pt>
                <c:pt idx="27">
                  <c:v>115</c:v>
                </c:pt>
                <c:pt idx="28">
                  <c:v>70</c:v>
                </c:pt>
                <c:pt idx="29">
                  <c:v>110</c:v>
                </c:pt>
                <c:pt idx="30">
                  <c:v>53</c:v>
                </c:pt>
                <c:pt idx="31">
                  <c:v>79</c:v>
                </c:pt>
                <c:pt idx="32">
                  <c:v>75</c:v>
                </c:pt>
                <c:pt idx="33">
                  <c:v>5</c:v>
                </c:pt>
                <c:pt idx="34">
                  <c:v>115</c:v>
                </c:pt>
                <c:pt idx="35">
                  <c:v>65</c:v>
                </c:pt>
                <c:pt idx="36">
                  <c:v>55</c:v>
                </c:pt>
                <c:pt idx="37">
                  <c:v>65</c:v>
                </c:pt>
                <c:pt idx="38">
                  <c:v>80</c:v>
                </c:pt>
                <c:pt idx="39">
                  <c:v>35</c:v>
                </c:pt>
                <c:pt idx="40">
                  <c:v>57</c:v>
                </c:pt>
                <c:pt idx="41">
                  <c:v>57</c:v>
                </c:pt>
                <c:pt idx="42">
                  <c:v>100</c:v>
                </c:pt>
                <c:pt idx="43">
                  <c:v>70</c:v>
                </c:pt>
                <c:pt idx="44">
                  <c:v>125</c:v>
                </c:pt>
                <c:pt idx="45">
                  <c:v>105</c:v>
                </c:pt>
                <c:pt idx="46">
                  <c:v>65</c:v>
                </c:pt>
                <c:pt idx="47">
                  <c:v>100</c:v>
                </c:pt>
                <c:pt idx="48">
                  <c:v>85</c:v>
                </c:pt>
                <c:pt idx="49">
                  <c:v>90</c:v>
                </c:pt>
              </c:numCache>
            </c:numRef>
          </c:yVal>
        </c:ser>
        <c:ser>
          <c:idx val="3"/>
          <c:order val="3"/>
          <c:tx>
            <c:v>70–&lt;150 kg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70538B"/>
              </a:solidFill>
            </c:spPr>
          </c:marker>
          <c:xVal>
            <c:numRef>
              <c:f>'Chart Data'!$G$2:$G$22</c:f>
              <c:numCache>
                <c:formatCode>General</c:formatCode>
                <c:ptCount val="21"/>
                <c:pt idx="0">
                  <c:v>82</c:v>
                </c:pt>
                <c:pt idx="1">
                  <c:v>84</c:v>
                </c:pt>
                <c:pt idx="2">
                  <c:v>83</c:v>
                </c:pt>
                <c:pt idx="3">
                  <c:v>82</c:v>
                </c:pt>
                <c:pt idx="4">
                  <c:v>100</c:v>
                </c:pt>
                <c:pt idx="5">
                  <c:v>130</c:v>
                </c:pt>
                <c:pt idx="6">
                  <c:v>95</c:v>
                </c:pt>
                <c:pt idx="7">
                  <c:v>100</c:v>
                </c:pt>
                <c:pt idx="8">
                  <c:v>75</c:v>
                </c:pt>
                <c:pt idx="9">
                  <c:v>110</c:v>
                </c:pt>
                <c:pt idx="10">
                  <c:v>45</c:v>
                </c:pt>
                <c:pt idx="11">
                  <c:v>70</c:v>
                </c:pt>
                <c:pt idx="12">
                  <c:v>95</c:v>
                </c:pt>
                <c:pt idx="13">
                  <c:v>73</c:v>
                </c:pt>
                <c:pt idx="14">
                  <c:v>95</c:v>
                </c:pt>
                <c:pt idx="15">
                  <c:v>85</c:v>
                </c:pt>
                <c:pt idx="16">
                  <c:v>130</c:v>
                </c:pt>
                <c:pt idx="17">
                  <c:v>95</c:v>
                </c:pt>
                <c:pt idx="18">
                  <c:v>75</c:v>
                </c:pt>
                <c:pt idx="19">
                  <c:v>100</c:v>
                </c:pt>
                <c:pt idx="20">
                  <c:v>110</c:v>
                </c:pt>
              </c:numCache>
            </c:numRef>
          </c:xVal>
          <c:yVal>
            <c:numRef>
              <c:f>'Chart Data'!$H$2:$H$22</c:f>
              <c:numCache>
                <c:formatCode>General</c:formatCode>
                <c:ptCount val="21"/>
                <c:pt idx="0">
                  <c:v>83</c:v>
                </c:pt>
                <c:pt idx="1">
                  <c:v>78</c:v>
                </c:pt>
                <c:pt idx="2">
                  <c:v>100</c:v>
                </c:pt>
                <c:pt idx="3">
                  <c:v>78</c:v>
                </c:pt>
                <c:pt idx="4">
                  <c:v>70</c:v>
                </c:pt>
                <c:pt idx="5">
                  <c:v>80</c:v>
                </c:pt>
                <c:pt idx="6">
                  <c:v>115</c:v>
                </c:pt>
                <c:pt idx="7">
                  <c:v>70</c:v>
                </c:pt>
                <c:pt idx="8">
                  <c:v>110</c:v>
                </c:pt>
                <c:pt idx="9">
                  <c:v>70</c:v>
                </c:pt>
                <c:pt idx="10">
                  <c:v>55</c:v>
                </c:pt>
                <c:pt idx="11">
                  <c:v>80</c:v>
                </c:pt>
                <c:pt idx="12">
                  <c:v>180</c:v>
                </c:pt>
                <c:pt idx="13">
                  <c:v>70</c:v>
                </c:pt>
                <c:pt idx="14">
                  <c:v>85</c:v>
                </c:pt>
                <c:pt idx="15">
                  <c:v>95</c:v>
                </c:pt>
                <c:pt idx="16">
                  <c:v>120</c:v>
                </c:pt>
                <c:pt idx="17">
                  <c:v>80</c:v>
                </c:pt>
                <c:pt idx="18">
                  <c:v>85</c:v>
                </c:pt>
                <c:pt idx="19">
                  <c:v>95</c:v>
                </c:pt>
                <c:pt idx="20">
                  <c:v>90</c:v>
                </c:pt>
              </c:numCache>
            </c:numRef>
          </c:yVal>
        </c:ser>
        <c:ser>
          <c:idx val="4"/>
          <c:order val="4"/>
          <c:tx>
            <c:v>150+ kg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49305F"/>
              </a:solidFill>
            </c:spPr>
          </c:marker>
          <c:xVal>
            <c:numRef>
              <c:f>'Chart Data'!$I$2:$I$8</c:f>
              <c:numCache>
                <c:formatCode>General</c:formatCode>
                <c:ptCount val="7"/>
                <c:pt idx="0">
                  <c:v>110</c:v>
                </c:pt>
                <c:pt idx="1">
                  <c:v>120</c:v>
                </c:pt>
                <c:pt idx="2">
                  <c:v>45</c:v>
                </c:pt>
                <c:pt idx="3">
                  <c:v>125</c:v>
                </c:pt>
                <c:pt idx="4">
                  <c:v>85</c:v>
                </c:pt>
                <c:pt idx="5">
                  <c:v>110</c:v>
                </c:pt>
                <c:pt idx="6">
                  <c:v>134</c:v>
                </c:pt>
              </c:numCache>
            </c:numRef>
          </c:xVal>
          <c:yVal>
            <c:numRef>
              <c:f>'Chart Data'!$J$2:$J$8</c:f>
              <c:numCache>
                <c:formatCode>General</c:formatCode>
                <c:ptCount val="7"/>
                <c:pt idx="0">
                  <c:v>80</c:v>
                </c:pt>
                <c:pt idx="1">
                  <c:v>130</c:v>
                </c:pt>
                <c:pt idx="2">
                  <c:v>160</c:v>
                </c:pt>
                <c:pt idx="3">
                  <c:v>79</c:v>
                </c:pt>
                <c:pt idx="4">
                  <c:v>80</c:v>
                </c:pt>
                <c:pt idx="5">
                  <c:v>65</c:v>
                </c:pt>
                <c:pt idx="6">
                  <c:v>95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Ubuntu Condensed"/>
                  <a:ea typeface="Ubuntu Condensed"/>
                  <a:cs typeface="Ubuntu Condense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AE7E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38332E"/>
                    </a:solidFill>
                    <a:latin typeface="Ubuntu Condensed"/>
                    <a:ea typeface="Ubuntu Condensed"/>
                    <a:cs typeface="Ubuntu Condensed"/>
                  </a:rPr>
                  <a:t>Defense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38332E"/>
                  </a:solidFill>
                  <a:latin typeface="Ubuntu Condensed"/>
                  <a:ea typeface="Ubuntu Condensed"/>
                  <a:cs typeface="Ubuntu Condensed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pPr>
          </a:p>
        </c:txPr>
        <c:crossAx val="48650112"/>
        <c:majorUnit val="50"/>
      </c:valAx>
      <c:valAx>
        <c:axId val="48650112"/>
        <c:scaling>
          <c:orientation val="minMax"/>
          <c:max val="2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AE7E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38332E"/>
                    </a:solidFill>
                    <a:latin typeface="Ubuntu Condensed"/>
                    <a:ea typeface="Ubuntu Condensed"/>
                    <a:cs typeface="Ubuntu Condensed"/>
                  </a:rPr>
                  <a:t>Attack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38332E"/>
                  </a:solidFill>
                  <a:latin typeface="Ubuntu Condensed"/>
                  <a:ea typeface="Ubuntu Condensed"/>
                  <a:cs typeface="Ubuntu Condensed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pPr>
          </a:p>
        </c:txPr>
        <c:crossAx val="48672768"/>
        <c:majorUnit val="50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varyColors val="0"/>
        <c:ser>
          <c:idx val="0"/>
          <c:order val="0"/>
          <c:tx>
            <c:v>≤−41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AD3D50"/>
              </a:solidFill>
            </c:spPr>
          </c:marker>
          <c:xVal>
            <c:numRef>
              <c:f>'Chart Data'!$A$2:$A$10</c:f>
              <c:numCache>
                <c:formatCode>General</c:formatCode>
                <c:ptCount val="9"/>
                <c:pt idx="0">
                  <c:v>90</c:v>
                </c:pt>
                <c:pt idx="1">
                  <c:v>100</c:v>
                </c:pt>
                <c:pt idx="2">
                  <c:v>80</c:v>
                </c:pt>
                <c:pt idx="3">
                  <c:v>105</c:v>
                </c:pt>
                <c:pt idx="4">
                  <c:v>130</c:v>
                </c:pt>
                <c:pt idx="5">
                  <c:v>120</c:v>
                </c:pt>
                <c:pt idx="6">
                  <c:v>125</c:v>
                </c:pt>
                <c:pt idx="7">
                  <c:v>130</c:v>
                </c:pt>
                <c:pt idx="8">
                  <c:v>110</c:v>
                </c:pt>
              </c:numCache>
            </c:numRef>
          </c:xVal>
          <c:yVal>
            <c:numRef>
              <c:f>'Chart Data'!$B$2:$B$10</c:f>
              <c:numCache>
                <c:formatCode>General</c:formatCode>
                <c:ptCount val="9"/>
                <c:pt idx="0">
                  <c:v>40</c:v>
                </c:pt>
                <c:pt idx="1">
                  <c:v>50</c:v>
                </c:pt>
                <c:pt idx="2">
                  <c:v>35</c:v>
                </c:pt>
                <c:pt idx="3">
                  <c:v>60</c:v>
                </c:pt>
                <c:pt idx="4">
                  <c:v>80</c:v>
                </c:pt>
                <c:pt idx="5">
                  <c:v>53</c:v>
                </c:pt>
                <c:pt idx="6">
                  <c:v>79</c:v>
                </c:pt>
                <c:pt idx="7">
                  <c:v>60</c:v>
                </c:pt>
                <c:pt idx="8">
                  <c:v>65</c:v>
                </c:pt>
              </c:numCache>
            </c:numRef>
          </c:yVal>
        </c:ser>
        <c:ser>
          <c:idx val="1"/>
          <c:order val="1"/>
          <c:tx>
            <c:v>−40…−11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D6878E"/>
              </a:solidFill>
            </c:spPr>
          </c:marker>
          <c:xVal>
            <c:numRef>
              <c:f>'Chart Data'!$C$2:$C$46</c:f>
              <c:numCache>
                <c:formatCode>General</c:formatCode>
                <c:ptCount val="45"/>
                <c:pt idx="0">
                  <c:v>56</c:v>
                </c:pt>
                <c:pt idx="1">
                  <c:v>81</c:v>
                </c:pt>
                <c:pt idx="2">
                  <c:v>60</c:v>
                </c:pt>
                <c:pt idx="3">
                  <c:v>90</c:v>
                </c:pt>
                <c:pt idx="4">
                  <c:v>60</c:v>
                </c:pt>
                <c:pt idx="5">
                  <c:v>95</c:v>
                </c:pt>
                <c:pt idx="6">
                  <c:v>55</c:v>
                </c:pt>
                <c:pt idx="7">
                  <c:v>90</c:v>
                </c:pt>
                <c:pt idx="8">
                  <c:v>57</c:v>
                </c:pt>
                <c:pt idx="9">
                  <c:v>72</c:v>
                </c:pt>
                <c:pt idx="10">
                  <c:v>102</c:v>
                </c:pt>
                <c:pt idx="11">
                  <c:v>45</c:v>
                </c:pt>
                <c:pt idx="12">
                  <c:v>70</c:v>
                </c:pt>
                <c:pt idx="13">
                  <c:v>70</c:v>
                </c:pt>
                <c:pt idx="14">
                  <c:v>95</c:v>
                </c:pt>
                <c:pt idx="15">
                  <c:v>55</c:v>
                </c:pt>
                <c:pt idx="16">
                  <c:v>70</c:v>
                </c:pt>
                <c:pt idx="17">
                  <c:v>110</c:v>
                </c:pt>
                <c:pt idx="18">
                  <c:v>80</c:v>
                </c:pt>
                <c:pt idx="19">
                  <c:v>100</c:v>
                </c:pt>
                <c:pt idx="20">
                  <c:v>75</c:v>
                </c:pt>
                <c:pt idx="21">
                  <c:v>90</c:v>
                </c:pt>
                <c:pt idx="22">
                  <c:v>105</c:v>
                </c:pt>
                <c:pt idx="23">
                  <c:v>85</c:v>
                </c:pt>
                <c:pt idx="24">
                  <c:v>100</c:v>
                </c:pt>
                <c:pt idx="25">
                  <c:v>90</c:v>
                </c:pt>
                <c:pt idx="26">
                  <c:v>85</c:v>
                </c:pt>
                <c:pt idx="27">
                  <c:v>110</c:v>
                </c:pt>
                <c:pt idx="28">
                  <c:v>80</c:v>
                </c:pt>
                <c:pt idx="29">
                  <c:v>105</c:v>
                </c:pt>
                <c:pt idx="30">
                  <c:v>105</c:v>
                </c:pt>
                <c:pt idx="31">
                  <c:v>130</c:v>
                </c:pt>
                <c:pt idx="32">
                  <c:v>105</c:v>
                </c:pt>
                <c:pt idx="33">
                  <c:v>95</c:v>
                </c:pt>
                <c:pt idx="34">
                  <c:v>92</c:v>
                </c:pt>
                <c:pt idx="35">
                  <c:v>110</c:v>
                </c:pt>
                <c:pt idx="36">
                  <c:v>50</c:v>
                </c:pt>
                <c:pt idx="37">
                  <c:v>83</c:v>
                </c:pt>
                <c:pt idx="38">
                  <c:v>95</c:v>
                </c:pt>
                <c:pt idx="39">
                  <c:v>125</c:v>
                </c:pt>
                <c:pt idx="40">
                  <c:v>105</c:v>
                </c:pt>
                <c:pt idx="41">
                  <c:v>64</c:v>
                </c:pt>
                <c:pt idx="42">
                  <c:v>84</c:v>
                </c:pt>
                <c:pt idx="43">
                  <c:v>134</c:v>
                </c:pt>
                <c:pt idx="44">
                  <c:v>110</c:v>
                </c:pt>
              </c:numCache>
            </c:numRef>
          </c:xVal>
          <c:yVal>
            <c:numRef>
              <c:f>'Chart Data'!$D$2:$D$46</c:f>
              <c:numCache>
                <c:formatCode>General</c:formatCode>
                <c:ptCount val="45"/>
                <c:pt idx="0">
                  <c:v>35</c:v>
                </c:pt>
                <c:pt idx="1">
                  <c:v>60</c:v>
                </c:pt>
                <c:pt idx="2">
                  <c:v>30</c:v>
                </c:pt>
                <c:pt idx="3">
                  <c:v>65</c:v>
                </c:pt>
                <c:pt idx="4">
                  <c:v>44</c:v>
                </c:pt>
                <c:pt idx="5">
                  <c:v>69</c:v>
                </c:pt>
                <c:pt idx="6">
                  <c:v>40</c:v>
                </c:pt>
                <c:pt idx="7">
                  <c:v>55</c:v>
                </c:pt>
                <c:pt idx="8">
                  <c:v>40</c:v>
                </c:pt>
                <c:pt idx="9">
                  <c:v>57</c:v>
                </c:pt>
                <c:pt idx="10">
                  <c:v>77</c:v>
                </c:pt>
                <c:pt idx="11">
                  <c:v>20</c:v>
                </c:pt>
                <c:pt idx="12">
                  <c:v>45</c:v>
                </c:pt>
                <c:pt idx="13">
                  <c:v>55</c:v>
                </c:pt>
                <c:pt idx="14">
                  <c:v>80</c:v>
                </c:pt>
                <c:pt idx="15">
                  <c:v>25</c:v>
                </c:pt>
                <c:pt idx="16">
                  <c:v>45</c:v>
                </c:pt>
                <c:pt idx="17">
                  <c:v>80</c:v>
                </c:pt>
                <c:pt idx="18">
                  <c:v>50</c:v>
                </c:pt>
                <c:pt idx="19">
                  <c:v>70</c:v>
                </c:pt>
                <c:pt idx="20">
                  <c:v>35</c:v>
                </c:pt>
                <c:pt idx="21">
                  <c:v>50</c:v>
                </c:pt>
                <c:pt idx="22">
                  <c:v>65</c:v>
                </c:pt>
                <c:pt idx="23">
                  <c:v>55</c:v>
                </c:pt>
                <c:pt idx="24">
                  <c:v>70</c:v>
                </c:pt>
                <c:pt idx="25">
                  <c:v>55</c:v>
                </c:pt>
                <c:pt idx="26">
                  <c:v>45</c:v>
                </c:pt>
                <c:pt idx="27">
                  <c:v>70</c:v>
                </c:pt>
                <c:pt idx="28">
                  <c:v>50</c:v>
                </c:pt>
                <c:pt idx="29">
                  <c:v>75</c:v>
                </c:pt>
                <c:pt idx="30">
                  <c:v>90</c:v>
                </c:pt>
                <c:pt idx="31">
                  <c:v>115</c:v>
                </c:pt>
                <c:pt idx="32">
                  <c:v>79</c:v>
                </c:pt>
                <c:pt idx="33">
                  <c:v>80</c:v>
                </c:pt>
                <c:pt idx="34">
                  <c:v>65</c:v>
                </c:pt>
                <c:pt idx="35">
                  <c:v>80</c:v>
                </c:pt>
                <c:pt idx="36">
                  <c:v>35</c:v>
                </c:pt>
                <c:pt idx="37">
                  <c:v>57</c:v>
                </c:pt>
                <c:pt idx="38">
                  <c:v>57</c:v>
                </c:pt>
                <c:pt idx="39">
                  <c:v>100</c:v>
                </c:pt>
                <c:pt idx="40">
                  <c:v>65</c:v>
                </c:pt>
                <c:pt idx="41">
                  <c:v>45</c:v>
                </c:pt>
                <c:pt idx="42">
                  <c:v>65</c:v>
                </c:pt>
                <c:pt idx="43">
                  <c:v>95</c:v>
                </c:pt>
                <c:pt idx="44">
                  <c:v>90</c:v>
                </c:pt>
              </c:numCache>
            </c:numRef>
          </c:yVal>
        </c:ser>
        <c:ser>
          <c:idx val="2"/>
          <c:order val="2"/>
          <c:tx>
            <c:v>−10…10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B9B0BD"/>
              </a:solidFill>
            </c:spPr>
          </c:marker>
          <c:xVal>
            <c:numRef>
              <c:f>'Chart Data'!$E$2:$E$69</c:f>
              <c:numCache>
                <c:formatCode>General</c:formatCode>
                <c:ptCount val="68"/>
                <c:pt idx="0">
                  <c:v>49</c:v>
                </c:pt>
                <c:pt idx="1">
                  <c:v>62</c:v>
                </c:pt>
                <c:pt idx="2">
                  <c:v>82</c:v>
                </c:pt>
                <c:pt idx="3">
                  <c:v>52</c:v>
                </c:pt>
                <c:pt idx="4">
                  <c:v>64</c:v>
                </c:pt>
                <c:pt idx="5">
                  <c:v>84</c:v>
                </c:pt>
                <c:pt idx="6">
                  <c:v>30</c:v>
                </c:pt>
                <c:pt idx="7">
                  <c:v>45</c:v>
                </c:pt>
                <c:pt idx="8">
                  <c:v>35</c:v>
                </c:pt>
                <c:pt idx="9">
                  <c:v>45</c:v>
                </c:pt>
                <c:pt idx="10">
                  <c:v>60</c:v>
                </c:pt>
                <c:pt idx="11">
                  <c:v>80</c:v>
                </c:pt>
                <c:pt idx="12">
                  <c:v>75</c:v>
                </c:pt>
                <c:pt idx="13">
                  <c:v>100</c:v>
                </c:pt>
                <c:pt idx="14">
                  <c:v>47</c:v>
                </c:pt>
                <c:pt idx="15">
                  <c:v>62</c:v>
                </c:pt>
                <c:pt idx="16">
                  <c:v>92</c:v>
                </c:pt>
                <c:pt idx="17">
                  <c:v>45</c:v>
                </c:pt>
                <c:pt idx="18">
                  <c:v>70</c:v>
                </c:pt>
                <c:pt idx="19">
                  <c:v>41</c:v>
                </c:pt>
                <c:pt idx="20">
                  <c:v>76</c:v>
                </c:pt>
                <c:pt idx="21">
                  <c:v>45</c:v>
                </c:pt>
                <c:pt idx="22">
                  <c:v>80</c:v>
                </c:pt>
                <c:pt idx="23">
                  <c:v>50</c:v>
                </c:pt>
                <c:pt idx="24">
                  <c:v>65</c:v>
                </c:pt>
                <c:pt idx="25">
                  <c:v>80</c:v>
                </c:pt>
                <c:pt idx="26">
                  <c:v>55</c:v>
                </c:pt>
                <c:pt idx="27">
                  <c:v>65</c:v>
                </c:pt>
                <c:pt idx="28">
                  <c:v>45</c:v>
                </c:pt>
                <c:pt idx="29">
                  <c:v>70</c:v>
                </c:pt>
                <c:pt idx="30">
                  <c:v>52</c:v>
                </c:pt>
                <c:pt idx="31">
                  <c:v>82</c:v>
                </c:pt>
                <c:pt idx="32">
                  <c:v>50</c:v>
                </c:pt>
                <c:pt idx="33">
                  <c:v>65</c:v>
                </c:pt>
                <c:pt idx="34">
                  <c:v>95</c:v>
                </c:pt>
                <c:pt idx="35">
                  <c:v>20</c:v>
                </c:pt>
                <c:pt idx="36">
                  <c:v>35</c:v>
                </c:pt>
                <c:pt idx="37">
                  <c:v>50</c:v>
                </c:pt>
                <c:pt idx="38">
                  <c:v>40</c:v>
                </c:pt>
                <c:pt idx="39">
                  <c:v>70</c:v>
                </c:pt>
                <c:pt idx="40">
                  <c:v>120</c:v>
                </c:pt>
                <c:pt idx="41">
                  <c:v>65</c:v>
                </c:pt>
                <c:pt idx="42">
                  <c:v>45</c:v>
                </c:pt>
                <c:pt idx="43">
                  <c:v>70</c:v>
                </c:pt>
                <c:pt idx="44">
                  <c:v>35</c:v>
                </c:pt>
                <c:pt idx="45">
                  <c:v>50</c:v>
                </c:pt>
                <c:pt idx="46">
                  <c:v>65</c:v>
                </c:pt>
                <c:pt idx="47">
                  <c:v>48</c:v>
                </c:pt>
                <c:pt idx="48">
                  <c:v>73</c:v>
                </c:pt>
                <c:pt idx="49">
                  <c:v>95</c:v>
                </c:pt>
                <c:pt idx="50">
                  <c:v>85</c:v>
                </c:pt>
                <c:pt idx="51">
                  <c:v>130</c:v>
                </c:pt>
                <c:pt idx="52">
                  <c:v>5</c:v>
                </c:pt>
                <c:pt idx="53">
                  <c:v>67</c:v>
                </c:pt>
                <c:pt idx="54">
                  <c:v>45</c:v>
                </c:pt>
                <c:pt idx="55">
                  <c:v>75</c:v>
                </c:pt>
                <c:pt idx="56">
                  <c:v>100</c:v>
                </c:pt>
                <c:pt idx="57">
                  <c:v>85</c:v>
                </c:pt>
                <c:pt idx="58">
                  <c:v>48</c:v>
                </c:pt>
                <c:pt idx="59">
                  <c:v>55</c:v>
                </c:pt>
                <c:pt idx="60">
                  <c:v>65</c:v>
                </c:pt>
                <c:pt idx="61">
                  <c:v>65</c:v>
                </c:pt>
                <c:pt idx="62">
                  <c:v>60</c:v>
                </c:pt>
                <c:pt idx="63">
                  <c:v>80</c:v>
                </c:pt>
                <c:pt idx="64">
                  <c:v>115</c:v>
                </c:pt>
                <c:pt idx="65">
                  <c:v>90</c:v>
                </c:pt>
                <c:pt idx="66">
                  <c:v>100</c:v>
                </c:pt>
                <c:pt idx="67">
                  <c:v>100</c:v>
                </c:pt>
              </c:numCache>
            </c:numRef>
          </c:xVal>
          <c:yVal>
            <c:numRef>
              <c:f>'Chart Data'!$F$2:$F$69</c:f>
              <c:numCache>
                <c:formatCode>General</c:formatCode>
                <c:ptCount val="68"/>
                <c:pt idx="0">
                  <c:v>49</c:v>
                </c:pt>
                <c:pt idx="1">
                  <c:v>63</c:v>
                </c:pt>
                <c:pt idx="2">
                  <c:v>83</c:v>
                </c:pt>
                <c:pt idx="3">
                  <c:v>43</c:v>
                </c:pt>
                <c:pt idx="4">
                  <c:v>58</c:v>
                </c:pt>
                <c:pt idx="5">
                  <c:v>78</c:v>
                </c:pt>
                <c:pt idx="6">
                  <c:v>35</c:v>
                </c:pt>
                <c:pt idx="7">
                  <c:v>50</c:v>
                </c:pt>
                <c:pt idx="8">
                  <c:v>30</c:v>
                </c:pt>
                <c:pt idx="9">
                  <c:v>40</c:v>
                </c:pt>
                <c:pt idx="10">
                  <c:v>55</c:v>
                </c:pt>
                <c:pt idx="11">
                  <c:v>75</c:v>
                </c:pt>
                <c:pt idx="12">
                  <c:v>85</c:v>
                </c:pt>
                <c:pt idx="13">
                  <c:v>110</c:v>
                </c:pt>
                <c:pt idx="14">
                  <c:v>52</c:v>
                </c:pt>
                <c:pt idx="15">
                  <c:v>67</c:v>
                </c:pt>
                <c:pt idx="16">
                  <c:v>87</c:v>
                </c:pt>
                <c:pt idx="17">
                  <c:v>48</c:v>
                </c:pt>
                <c:pt idx="18">
                  <c:v>73</c:v>
                </c:pt>
                <c:pt idx="19">
                  <c:v>40</c:v>
                </c:pt>
                <c:pt idx="20">
                  <c:v>75</c:v>
                </c:pt>
                <c:pt idx="21">
                  <c:v>35</c:v>
                </c:pt>
                <c:pt idx="22">
                  <c:v>70</c:v>
                </c:pt>
                <c:pt idx="23">
                  <c:v>55</c:v>
                </c:pt>
                <c:pt idx="24">
                  <c:v>70</c:v>
                </c:pt>
                <c:pt idx="25">
                  <c:v>85</c:v>
                </c:pt>
                <c:pt idx="26">
                  <c:v>50</c:v>
                </c:pt>
                <c:pt idx="27">
                  <c:v>60</c:v>
                </c:pt>
                <c:pt idx="28">
                  <c:v>35</c:v>
                </c:pt>
                <c:pt idx="29">
                  <c:v>60</c:v>
                </c:pt>
                <c:pt idx="30">
                  <c:v>48</c:v>
                </c:pt>
                <c:pt idx="31">
                  <c:v>78</c:v>
                </c:pt>
                <c:pt idx="32">
                  <c:v>40</c:v>
                </c:pt>
                <c:pt idx="33">
                  <c:v>65</c:v>
                </c:pt>
                <c:pt idx="34">
                  <c:v>95</c:v>
                </c:pt>
                <c:pt idx="35">
                  <c:v>15</c:v>
                </c:pt>
                <c:pt idx="36">
                  <c:v>30</c:v>
                </c:pt>
                <c:pt idx="37">
                  <c:v>45</c:v>
                </c:pt>
                <c:pt idx="38">
                  <c:v>35</c:v>
                </c:pt>
                <c:pt idx="39">
                  <c:v>65</c:v>
                </c:pt>
                <c:pt idx="40">
                  <c:v>130</c:v>
                </c:pt>
                <c:pt idx="41">
                  <c:v>65</c:v>
                </c:pt>
                <c:pt idx="42">
                  <c:v>55</c:v>
                </c:pt>
                <c:pt idx="43">
                  <c:v>80</c:v>
                </c:pt>
                <c:pt idx="44">
                  <c:v>30</c:v>
                </c:pt>
                <c:pt idx="45">
                  <c:v>45</c:v>
                </c:pt>
                <c:pt idx="46">
                  <c:v>60</c:v>
                </c:pt>
                <c:pt idx="47">
                  <c:v>45</c:v>
                </c:pt>
                <c:pt idx="48">
                  <c:v>70</c:v>
                </c:pt>
                <c:pt idx="49">
                  <c:v>85</c:v>
                </c:pt>
                <c:pt idx="50">
                  <c:v>95</c:v>
                </c:pt>
                <c:pt idx="51">
                  <c:v>120</c:v>
                </c:pt>
                <c:pt idx="52">
                  <c:v>5</c:v>
                </c:pt>
                <c:pt idx="53">
                  <c:v>60</c:v>
                </c:pt>
                <c:pt idx="54">
                  <c:v>55</c:v>
                </c:pt>
                <c:pt idx="55">
                  <c:v>85</c:v>
                </c:pt>
                <c:pt idx="56">
                  <c:v>95</c:v>
                </c:pt>
                <c:pt idx="57">
                  <c:v>80</c:v>
                </c:pt>
                <c:pt idx="58">
                  <c:v>48</c:v>
                </c:pt>
                <c:pt idx="59">
                  <c:v>50</c:v>
                </c:pt>
                <c:pt idx="60">
                  <c:v>60</c:v>
                </c:pt>
                <c:pt idx="61">
                  <c:v>60</c:v>
                </c:pt>
                <c:pt idx="62">
                  <c:v>70</c:v>
                </c:pt>
                <c:pt idx="63">
                  <c:v>90</c:v>
                </c:pt>
                <c:pt idx="64">
                  <c:v>105</c:v>
                </c:pt>
                <c:pt idx="65">
                  <c:v>85</c:v>
                </c:pt>
                <c:pt idx="66">
                  <c:v>90</c:v>
                </c:pt>
                <c:pt idx="67">
                  <c:v>100</c:v>
                </c:pt>
              </c:numCache>
            </c:numRef>
          </c:yVal>
        </c:ser>
        <c:ser>
          <c:idx val="3"/>
          <c:order val="3"/>
          <c:tx>
            <c:v>11…40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81AAB1"/>
              </a:solidFill>
            </c:spPr>
          </c:marker>
          <c:xVal>
            <c:numRef>
              <c:f>'Chart Data'!$G$2:$G$23</c:f>
              <c:numCache>
                <c:formatCode>General</c:formatCode>
                <c:ptCount val="22"/>
                <c:pt idx="0">
                  <c:v>48</c:v>
                </c:pt>
                <c:pt idx="1">
                  <c:v>63</c:v>
                </c:pt>
                <c:pt idx="2">
                  <c:v>83</c:v>
                </c:pt>
                <c:pt idx="3">
                  <c:v>20</c:v>
                </c:pt>
                <c:pt idx="4">
                  <c:v>25</c:v>
                </c:pt>
                <c:pt idx="5">
                  <c:v>80</c:v>
                </c:pt>
                <c:pt idx="6">
                  <c:v>95</c:v>
                </c:pt>
                <c:pt idx="7">
                  <c:v>75</c:v>
                </c:pt>
                <c:pt idx="8">
                  <c:v>35</c:v>
                </c:pt>
                <c:pt idx="9">
                  <c:v>60</c:v>
                </c:pt>
                <c:pt idx="10">
                  <c:v>65</c:v>
                </c:pt>
                <c:pt idx="11">
                  <c:v>30</c:v>
                </c:pt>
                <c:pt idx="12">
                  <c:v>50</c:v>
                </c:pt>
                <c:pt idx="13">
                  <c:v>40</c:v>
                </c:pt>
                <c:pt idx="14">
                  <c:v>80</c:v>
                </c:pt>
                <c:pt idx="15">
                  <c:v>55</c:v>
                </c:pt>
                <c:pt idx="16">
                  <c:v>65</c:v>
                </c:pt>
                <c:pt idx="17">
                  <c:v>90</c:v>
                </c:pt>
                <c:pt idx="18">
                  <c:v>40</c:v>
                </c:pt>
                <c:pt idx="19">
                  <c:v>65</c:v>
                </c:pt>
                <c:pt idx="20">
                  <c:v>45</c:v>
                </c:pt>
                <c:pt idx="21">
                  <c:v>85</c:v>
                </c:pt>
              </c:numCache>
            </c:numRef>
          </c:xVal>
          <c:yVal>
            <c:numRef>
              <c:f>'Chart Data'!$H$2:$H$23</c:f>
              <c:numCache>
                <c:formatCode>General</c:formatCode>
                <c:ptCount val="22"/>
                <c:pt idx="0">
                  <c:v>65</c:v>
                </c:pt>
                <c:pt idx="1">
                  <c:v>80</c:v>
                </c:pt>
                <c:pt idx="2">
                  <c:v>100</c:v>
                </c:pt>
                <c:pt idx="3">
                  <c:v>55</c:v>
                </c:pt>
                <c:pt idx="4">
                  <c:v>50</c:v>
                </c:pt>
                <c:pt idx="5">
                  <c:v>100</c:v>
                </c:pt>
                <c:pt idx="6">
                  <c:v>115</c:v>
                </c:pt>
                <c:pt idx="7">
                  <c:v>110</c:v>
                </c:pt>
                <c:pt idx="8">
                  <c:v>70</c:v>
                </c:pt>
                <c:pt idx="9">
                  <c:v>95</c:v>
                </c:pt>
                <c:pt idx="10">
                  <c:v>100</c:v>
                </c:pt>
                <c:pt idx="11">
                  <c:v>50</c:v>
                </c:pt>
                <c:pt idx="12">
                  <c:v>70</c:v>
                </c:pt>
                <c:pt idx="13">
                  <c:v>80</c:v>
                </c:pt>
                <c:pt idx="14">
                  <c:v>110</c:v>
                </c:pt>
                <c:pt idx="15">
                  <c:v>75</c:v>
                </c:pt>
                <c:pt idx="16">
                  <c:v>95</c:v>
                </c:pt>
                <c:pt idx="17">
                  <c:v>120</c:v>
                </c:pt>
                <c:pt idx="18">
                  <c:v>70</c:v>
                </c:pt>
                <c:pt idx="19">
                  <c:v>95</c:v>
                </c:pt>
                <c:pt idx="20">
                  <c:v>65</c:v>
                </c:pt>
                <c:pt idx="21">
                  <c:v>100</c:v>
                </c:pt>
              </c:numCache>
            </c:numRef>
          </c:yVal>
        </c:ser>
        <c:ser>
          <c:idx val="4"/>
          <c:order val="4"/>
          <c:tx>
            <c:v>≥41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326C7A"/>
              </a:solidFill>
            </c:spPr>
          </c:marker>
          <c:xVal>
            <c:numRef>
              <c:f>'Chart Data'!$I$2:$I$8</c:f>
              <c:numCache>
                <c:formatCode>General</c:formatCode>
                <c:ptCount val="7"/>
                <c:pt idx="0">
                  <c:v>95</c:v>
                </c:pt>
                <c:pt idx="1">
                  <c:v>45</c:v>
                </c:pt>
                <c:pt idx="2">
                  <c:v>50</c:v>
                </c:pt>
                <c:pt idx="3">
                  <c:v>55</c:v>
                </c:pt>
                <c:pt idx="4">
                  <c:v>10</c:v>
                </c:pt>
                <c:pt idx="5">
                  <c:v>40</c:v>
                </c:pt>
                <c:pt idx="6">
                  <c:v>60</c:v>
                </c:pt>
              </c:numCache>
            </c:numRef>
          </c:xVal>
          <c:yVal>
            <c:numRef>
              <c:f>'Chart Data'!$J$2:$J$8</c:f>
              <c:numCache>
                <c:formatCode>General</c:formatCode>
                <c:ptCount val="7"/>
                <c:pt idx="0">
                  <c:v>180</c:v>
                </c:pt>
                <c:pt idx="1">
                  <c:v>160</c:v>
                </c:pt>
                <c:pt idx="2">
                  <c:v>95</c:v>
                </c:pt>
                <c:pt idx="3">
                  <c:v>115</c:v>
                </c:pt>
                <c:pt idx="4">
                  <c:v>55</c:v>
                </c:pt>
                <c:pt idx="5">
                  <c:v>100</c:v>
                </c:pt>
                <c:pt idx="6">
                  <c:v>125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Ubuntu Condensed"/>
                  <a:ea typeface="Ubuntu Condensed"/>
                  <a:cs typeface="Ubuntu Condense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AE7E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38332E"/>
                    </a:solidFill>
                    <a:latin typeface="Ubuntu Condensed"/>
                    <a:ea typeface="Ubuntu Condensed"/>
                    <a:cs typeface="Ubuntu Condensed"/>
                  </a:rPr>
                  <a:t>Defense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38332E"/>
                  </a:solidFill>
                  <a:latin typeface="Ubuntu Condensed"/>
                  <a:ea typeface="Ubuntu Condensed"/>
                  <a:cs typeface="Ubuntu Condensed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pPr>
          </a:p>
        </c:txPr>
        <c:crossAx val="48650112"/>
        <c:majorUnit val="50"/>
      </c:valAx>
      <c:valAx>
        <c:axId val="48650112"/>
        <c:scaling>
          <c:orientation val="minMax"/>
          <c:max val="2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AE7E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38332E"/>
                    </a:solidFill>
                    <a:latin typeface="Ubuntu Condensed"/>
                    <a:ea typeface="Ubuntu Condensed"/>
                    <a:cs typeface="Ubuntu Condensed"/>
                  </a:rPr>
                  <a:t>Attack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38332E"/>
                  </a:solidFill>
                  <a:latin typeface="Ubuntu Condensed"/>
                  <a:ea typeface="Ubuntu Condensed"/>
                  <a:cs typeface="Ubuntu Condensed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pPr>
          </a:p>
        </c:txPr>
        <c:crossAx val="48672768"/>
        <c:majorUnit val="50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Attack</c:v>
          </c:tx>
          <c:spPr>
            <a:solidFill xmlns:a="http://schemas.openxmlformats.org/drawingml/2006/main">
              <a:srgbClr val="B23C50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Water</c:v>
                </c:pt>
                <c:pt idx="1">
                  <c:v>Fire</c:v>
                </c:pt>
                <c:pt idx="2">
                  <c:v>Grass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70</c:v>
                </c:pt>
                <c:pt idx="1">
                  <c:v>84</c:v>
                </c:pt>
                <c:pt idx="2">
                  <c:v>71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38332E"/>
                  </a:solidFill>
                  <a:latin typeface="Ubuntu Condensed"/>
                  <a:ea typeface="Ubuntu Condensed"/>
                  <a:cs typeface="Ubuntu Condense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AE7E1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pPr>
          </a:p>
        </c:txPr>
        <c:crossAx val="48650112"/>
        <c:crossBetween val="between"/>
        <c:majorUnit val="50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Defense</c:v>
          </c:tx>
          <c:spPr>
            <a:solidFill xmlns:a="http://schemas.openxmlformats.org/drawingml/2006/main">
              <a:srgbClr val="457985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Water</c:v>
                </c:pt>
                <c:pt idx="1">
                  <c:v>Fire</c:v>
                </c:pt>
                <c:pt idx="2">
                  <c:v>Grass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78</c:v>
                </c:pt>
                <c:pt idx="1">
                  <c:v>63</c:v>
                </c:pt>
                <c:pt idx="2">
                  <c:v>70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38332E"/>
                  </a:solidFill>
                  <a:latin typeface="Ubuntu Condensed"/>
                  <a:ea typeface="Ubuntu Condensed"/>
                  <a:cs typeface="Ubuntu Condense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AE7E1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pPr>
          </a:p>
        </c:txPr>
        <c:crossAx val="48650112"/>
        <c:crossBetween val="between"/>
        <c:majorUnit val="50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Attack</c:v>
          </c:tx>
          <c:spPr>
            <a:solidFill xmlns:a="http://schemas.openxmlformats.org/drawingml/2006/main">
              <a:srgbClr val="B23C50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Water</c:v>
                </c:pt>
                <c:pt idx="1">
                  <c:v>Fire</c:v>
                </c:pt>
                <c:pt idx="2">
                  <c:v>Grass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70</c:v>
                </c:pt>
                <c:pt idx="1">
                  <c:v>84</c:v>
                </c:pt>
                <c:pt idx="2">
                  <c:v>71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38332E"/>
                  </a:solidFill>
                  <a:latin typeface="Ubuntu Condensed"/>
                  <a:ea typeface="Ubuntu Condensed"/>
                  <a:cs typeface="Ubuntu Condense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AE7E1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pPr>
          </a:p>
        </c:txPr>
        <c:crossAx val="48650112"/>
        <c:crossBetween val="between"/>
        <c:majorUnit val="50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Defense</c:v>
          </c:tx>
          <c:spPr>
            <a:solidFill xmlns:a="http://schemas.openxmlformats.org/drawingml/2006/main">
              <a:srgbClr val="457985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Water</c:v>
                </c:pt>
                <c:pt idx="1">
                  <c:v>Fire</c:v>
                </c:pt>
                <c:pt idx="2">
                  <c:v>Grass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78</c:v>
                </c:pt>
                <c:pt idx="1">
                  <c:v>63</c:v>
                </c:pt>
                <c:pt idx="2">
                  <c:v>70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38332E"/>
                  </a:solidFill>
                  <a:latin typeface="Ubuntu Condensed"/>
                  <a:ea typeface="Ubuntu Condensed"/>
                  <a:cs typeface="Ubuntu Condense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AE7E1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pPr>
          </a:p>
        </c:txPr>
        <c:crossAx val="48650112"/>
        <c:crossBetween val="between"/>
        <c:majorUnit val="50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1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varyColors val="0"/>
        <c:ser>
          <c:idx val="0"/>
          <c:order val="0"/>
          <c:tx>
            <c:v>Water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457985"/>
              </a:solidFill>
            </c:spPr>
          </c:marker>
          <c:xVal>
            <c:numRef>
              <c:f>'Chart Data'!$A$2:$A$29</c:f>
              <c:numCache>
                <c:formatCode>General</c:formatCode>
                <c:ptCount val="28"/>
                <c:pt idx="0">
                  <c:v>48</c:v>
                </c:pt>
                <c:pt idx="1">
                  <c:v>63</c:v>
                </c:pt>
                <c:pt idx="2">
                  <c:v>83</c:v>
                </c:pt>
                <c:pt idx="3">
                  <c:v>52</c:v>
                </c:pt>
                <c:pt idx="4">
                  <c:v>82</c:v>
                </c:pt>
                <c:pt idx="5">
                  <c:v>50</c:v>
                </c:pt>
                <c:pt idx="6">
                  <c:v>65</c:v>
                </c:pt>
                <c:pt idx="7">
                  <c:v>95</c:v>
                </c:pt>
                <c:pt idx="8">
                  <c:v>40</c:v>
                </c:pt>
                <c:pt idx="9">
                  <c:v>70</c:v>
                </c:pt>
                <c:pt idx="10">
                  <c:v>65</c:v>
                </c:pt>
                <c:pt idx="11">
                  <c:v>75</c:v>
                </c:pt>
                <c:pt idx="12">
                  <c:v>45</c:v>
                </c:pt>
                <c:pt idx="13">
                  <c:v>70</c:v>
                </c:pt>
                <c:pt idx="14">
                  <c:v>65</c:v>
                </c:pt>
                <c:pt idx="15">
                  <c:v>95</c:v>
                </c:pt>
                <c:pt idx="16">
                  <c:v>105</c:v>
                </c:pt>
                <c:pt idx="17">
                  <c:v>130</c:v>
                </c:pt>
                <c:pt idx="18">
                  <c:v>40</c:v>
                </c:pt>
                <c:pt idx="19">
                  <c:v>65</c:v>
                </c:pt>
                <c:pt idx="20">
                  <c:v>67</c:v>
                </c:pt>
                <c:pt idx="21">
                  <c:v>92</c:v>
                </c:pt>
                <c:pt idx="22">
                  <c:v>45</c:v>
                </c:pt>
                <c:pt idx="23">
                  <c:v>75</c:v>
                </c:pt>
                <c:pt idx="24">
                  <c:v>10</c:v>
                </c:pt>
                <c:pt idx="25">
                  <c:v>125</c:v>
                </c:pt>
                <c:pt idx="26">
                  <c:v>85</c:v>
                </c:pt>
                <c:pt idx="27">
                  <c:v>65</c:v>
                </c:pt>
              </c:numCache>
            </c:numRef>
          </c:xVal>
          <c:yVal>
            <c:numRef>
              <c:f>'Chart Data'!$B$2:$B$29</c:f>
              <c:numCache>
                <c:formatCode>General</c:formatCode>
                <c:ptCount val="28"/>
                <c:pt idx="0">
                  <c:v>65</c:v>
                </c:pt>
                <c:pt idx="1">
                  <c:v>80</c:v>
                </c:pt>
                <c:pt idx="2">
                  <c:v>100</c:v>
                </c:pt>
                <c:pt idx="3">
                  <c:v>48</c:v>
                </c:pt>
                <c:pt idx="4">
                  <c:v>78</c:v>
                </c:pt>
                <c:pt idx="5">
                  <c:v>40</c:v>
                </c:pt>
                <c:pt idx="6">
                  <c:v>65</c:v>
                </c:pt>
                <c:pt idx="7">
                  <c:v>95</c:v>
                </c:pt>
                <c:pt idx="8">
                  <c:v>35</c:v>
                </c:pt>
                <c:pt idx="9">
                  <c:v>65</c:v>
                </c:pt>
                <c:pt idx="10">
                  <c:v>65</c:v>
                </c:pt>
                <c:pt idx="11">
                  <c:v>110</c:v>
                </c:pt>
                <c:pt idx="12">
                  <c:v>55</c:v>
                </c:pt>
                <c:pt idx="13">
                  <c:v>80</c:v>
                </c:pt>
                <c:pt idx="14">
                  <c:v>100</c:v>
                </c:pt>
                <c:pt idx="15">
                  <c:v>180</c:v>
                </c:pt>
                <c:pt idx="16">
                  <c:v>90</c:v>
                </c:pt>
                <c:pt idx="17">
                  <c:v>115</c:v>
                </c:pt>
                <c:pt idx="18">
                  <c:v>70</c:v>
                </c:pt>
                <c:pt idx="19">
                  <c:v>95</c:v>
                </c:pt>
                <c:pt idx="20">
                  <c:v>60</c:v>
                </c:pt>
                <c:pt idx="21">
                  <c:v>65</c:v>
                </c:pt>
                <c:pt idx="22">
                  <c:v>55</c:v>
                </c:pt>
                <c:pt idx="23">
                  <c:v>85</c:v>
                </c:pt>
                <c:pt idx="24">
                  <c:v>55</c:v>
                </c:pt>
                <c:pt idx="25">
                  <c:v>79</c:v>
                </c:pt>
                <c:pt idx="26">
                  <c:v>80</c:v>
                </c:pt>
                <c:pt idx="27">
                  <c:v>60</c:v>
                </c:pt>
              </c:numCache>
            </c:numRef>
          </c:yVal>
        </c:ser>
        <c:ser>
          <c:idx val="1"/>
          <c:order val="1"/>
          <c:tx>
            <c:v>Fire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B23C50"/>
              </a:solidFill>
            </c:spPr>
          </c:marker>
          <c:xVal>
            <c:numRef>
              <c:f>'Chart Data'!$C$2:$C$13</c:f>
              <c:numCache>
                <c:formatCode>General</c:formatCode>
                <c:ptCount val="12"/>
                <c:pt idx="0">
                  <c:v>52</c:v>
                </c:pt>
                <c:pt idx="1">
                  <c:v>64</c:v>
                </c:pt>
                <c:pt idx="2">
                  <c:v>84</c:v>
                </c:pt>
                <c:pt idx="3">
                  <c:v>41</c:v>
                </c:pt>
                <c:pt idx="4">
                  <c:v>76</c:v>
                </c:pt>
                <c:pt idx="5">
                  <c:v>70</c:v>
                </c:pt>
                <c:pt idx="6">
                  <c:v>110</c:v>
                </c:pt>
                <c:pt idx="7">
                  <c:v>85</c:v>
                </c:pt>
                <c:pt idx="8">
                  <c:v>100</c:v>
                </c:pt>
                <c:pt idx="9">
                  <c:v>95</c:v>
                </c:pt>
                <c:pt idx="10">
                  <c:v>130</c:v>
                </c:pt>
                <c:pt idx="11">
                  <c:v>100</c:v>
                </c:pt>
              </c:numCache>
            </c:numRef>
          </c:xVal>
          <c:yVal>
            <c:numRef>
              <c:f>'Chart Data'!$D$2:$D$13</c:f>
              <c:numCache>
                <c:formatCode>General</c:formatCode>
                <c:ptCount val="12"/>
                <c:pt idx="0">
                  <c:v>43</c:v>
                </c:pt>
                <c:pt idx="1">
                  <c:v>58</c:v>
                </c:pt>
                <c:pt idx="2">
                  <c:v>78</c:v>
                </c:pt>
                <c:pt idx="3">
                  <c:v>40</c:v>
                </c:pt>
                <c:pt idx="4">
                  <c:v>75</c:v>
                </c:pt>
                <c:pt idx="5">
                  <c:v>45</c:v>
                </c:pt>
                <c:pt idx="6">
                  <c:v>80</c:v>
                </c:pt>
                <c:pt idx="7">
                  <c:v>55</c:v>
                </c:pt>
                <c:pt idx="8">
                  <c:v>70</c:v>
                </c:pt>
                <c:pt idx="9">
                  <c:v>57</c:v>
                </c:pt>
                <c:pt idx="10">
                  <c:v>60</c:v>
                </c:pt>
                <c:pt idx="11">
                  <c:v>90</c:v>
                </c:pt>
              </c:numCache>
            </c:numRef>
          </c:yVal>
        </c:ser>
        <c:ser>
          <c:idx val="2"/>
          <c:order val="2"/>
          <c:tx>
            <c:v>Grass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647545"/>
              </a:solidFill>
            </c:spPr>
          </c:marker>
          <c:xVal>
            <c:numRef>
              <c:f>'Chart Data'!$E$2:$E$13</c:f>
              <c:numCache>
                <c:formatCode>General</c:formatCode>
                <c:ptCount val="12"/>
                <c:pt idx="0">
                  <c:v>49</c:v>
                </c:pt>
                <c:pt idx="1">
                  <c:v>62</c:v>
                </c:pt>
                <c:pt idx="2">
                  <c:v>82</c:v>
                </c:pt>
                <c:pt idx="3">
                  <c:v>50</c:v>
                </c:pt>
                <c:pt idx="4">
                  <c:v>65</c:v>
                </c:pt>
                <c:pt idx="5">
                  <c:v>80</c:v>
                </c:pt>
                <c:pt idx="6">
                  <c:v>75</c:v>
                </c:pt>
                <c:pt idx="7">
                  <c:v>90</c:v>
                </c:pt>
                <c:pt idx="8">
                  <c:v>105</c:v>
                </c:pt>
                <c:pt idx="9">
                  <c:v>40</c:v>
                </c:pt>
                <c:pt idx="10">
                  <c:v>95</c:v>
                </c:pt>
                <c:pt idx="11">
                  <c:v>55</c:v>
                </c:pt>
              </c:numCache>
            </c:numRef>
          </c:xVal>
          <c:yVal>
            <c:numRef>
              <c:f>'Chart Data'!$F$2:$F$13</c:f>
              <c:numCache>
                <c:formatCode>General</c:formatCode>
                <c:ptCount val="12"/>
                <c:pt idx="0">
                  <c:v>49</c:v>
                </c:pt>
                <c:pt idx="1">
                  <c:v>63</c:v>
                </c:pt>
                <c:pt idx="2">
                  <c:v>83</c:v>
                </c:pt>
                <c:pt idx="3">
                  <c:v>55</c:v>
                </c:pt>
                <c:pt idx="4">
                  <c:v>70</c:v>
                </c:pt>
                <c:pt idx="5">
                  <c:v>85</c:v>
                </c:pt>
                <c:pt idx="6">
                  <c:v>35</c:v>
                </c:pt>
                <c:pt idx="7">
                  <c:v>50</c:v>
                </c:pt>
                <c:pt idx="8">
                  <c:v>65</c:v>
                </c:pt>
                <c:pt idx="9">
                  <c:v>80</c:v>
                </c:pt>
                <c:pt idx="10">
                  <c:v>85</c:v>
                </c:pt>
                <c:pt idx="11">
                  <c:v>115</c:v>
                </c:pt>
              </c:numCache>
            </c:numRef>
          </c:yVal>
        </c:ser>
        <c:ser>
          <c:idx val="3"/>
          <c:order val="3"/>
          <c:tx>
            <c:v>Electric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C18A34"/>
              </a:solidFill>
            </c:spPr>
          </c:marker>
          <c:xVal>
            <c:numRef>
              <c:f>'Chart Data'!$G$2:$G$10</c:f>
              <c:numCache>
                <c:formatCode>General</c:formatCode>
                <c:ptCount val="9"/>
                <c:pt idx="0">
                  <c:v>55</c:v>
                </c:pt>
                <c:pt idx="1">
                  <c:v>90</c:v>
                </c:pt>
                <c:pt idx="2">
                  <c:v>35</c:v>
                </c:pt>
                <c:pt idx="3">
                  <c:v>60</c:v>
                </c:pt>
                <c:pt idx="4">
                  <c:v>30</c:v>
                </c:pt>
                <c:pt idx="5">
                  <c:v>50</c:v>
                </c:pt>
                <c:pt idx="6">
                  <c:v>83</c:v>
                </c:pt>
                <c:pt idx="7">
                  <c:v>65</c:v>
                </c:pt>
                <c:pt idx="8">
                  <c:v>90</c:v>
                </c:pt>
              </c:numCache>
            </c:numRef>
          </c:xVal>
          <c:yVal>
            <c:numRef>
              <c:f>'Chart Data'!$H$2:$H$10</c:f>
              <c:numCache>
                <c:formatCode>General</c:formatCode>
                <c:ptCount val="9"/>
                <c:pt idx="0">
                  <c:v>40</c:v>
                </c:pt>
                <c:pt idx="1">
                  <c:v>55</c:v>
                </c:pt>
                <c:pt idx="2">
                  <c:v>70</c:v>
                </c:pt>
                <c:pt idx="3">
                  <c:v>95</c:v>
                </c:pt>
                <c:pt idx="4">
                  <c:v>50</c:v>
                </c:pt>
                <c:pt idx="5">
                  <c:v>70</c:v>
                </c:pt>
                <c:pt idx="6">
                  <c:v>57</c:v>
                </c:pt>
                <c:pt idx="7">
                  <c:v>60</c:v>
                </c:pt>
                <c:pt idx="8">
                  <c:v>85</c:v>
                </c:pt>
              </c:numCache>
            </c:numRef>
          </c:yVal>
        </c:ser>
        <c:ser>
          <c:idx val="4"/>
          <c:order val="4"/>
          <c:tx>
            <c:v>Normal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805773"/>
              </a:solidFill>
            </c:spPr>
          </c:marker>
          <c:xVal>
            <c:numRef>
              <c:f>'Chart Data'!$I$2:$I$23</c:f>
              <c:numCache>
                <c:formatCode>General</c:formatCode>
                <c:ptCount val="22"/>
                <c:pt idx="0">
                  <c:v>45</c:v>
                </c:pt>
                <c:pt idx="1">
                  <c:v>60</c:v>
                </c:pt>
                <c:pt idx="2">
                  <c:v>80</c:v>
                </c:pt>
                <c:pt idx="3">
                  <c:v>56</c:v>
                </c:pt>
                <c:pt idx="4">
                  <c:v>81</c:v>
                </c:pt>
                <c:pt idx="5">
                  <c:v>60</c:v>
                </c:pt>
                <c:pt idx="6">
                  <c:v>90</c:v>
                </c:pt>
                <c:pt idx="7">
                  <c:v>45</c:v>
                </c:pt>
                <c:pt idx="8">
                  <c:v>70</c:v>
                </c:pt>
                <c:pt idx="9">
                  <c:v>45</c:v>
                </c:pt>
                <c:pt idx="10">
                  <c:v>70</c:v>
                </c:pt>
                <c:pt idx="11">
                  <c:v>90</c:v>
                </c:pt>
                <c:pt idx="12">
                  <c:v>85</c:v>
                </c:pt>
                <c:pt idx="13">
                  <c:v>110</c:v>
                </c:pt>
                <c:pt idx="14">
                  <c:v>55</c:v>
                </c:pt>
                <c:pt idx="15">
                  <c:v>5</c:v>
                </c:pt>
                <c:pt idx="16">
                  <c:v>95</c:v>
                </c:pt>
                <c:pt idx="17">
                  <c:v>100</c:v>
                </c:pt>
                <c:pt idx="18">
                  <c:v>48</c:v>
                </c:pt>
                <c:pt idx="19">
                  <c:v>55</c:v>
                </c:pt>
                <c:pt idx="20">
                  <c:v>60</c:v>
                </c:pt>
                <c:pt idx="21">
                  <c:v>110</c:v>
                </c:pt>
              </c:numCache>
            </c:numRef>
          </c:xVal>
          <c:yVal>
            <c:numRef>
              <c:f>'Chart Data'!$J$2:$J$23</c:f>
              <c:numCache>
                <c:formatCode>General</c:formatCode>
                <c:ptCount val="22"/>
                <c:pt idx="0">
                  <c:v>40</c:v>
                </c:pt>
                <c:pt idx="1">
                  <c:v>55</c:v>
                </c:pt>
                <c:pt idx="2">
                  <c:v>75</c:v>
                </c:pt>
                <c:pt idx="3">
                  <c:v>35</c:v>
                </c:pt>
                <c:pt idx="4">
                  <c:v>60</c:v>
                </c:pt>
                <c:pt idx="5">
                  <c:v>30</c:v>
                </c:pt>
                <c:pt idx="6">
                  <c:v>65</c:v>
                </c:pt>
                <c:pt idx="7">
                  <c:v>20</c:v>
                </c:pt>
                <c:pt idx="8">
                  <c:v>45</c:v>
                </c:pt>
                <c:pt idx="9">
                  <c:v>35</c:v>
                </c:pt>
                <c:pt idx="10">
                  <c:v>60</c:v>
                </c:pt>
                <c:pt idx="11">
                  <c:v>55</c:v>
                </c:pt>
                <c:pt idx="12">
                  <c:v>45</c:v>
                </c:pt>
                <c:pt idx="13">
                  <c:v>70</c:v>
                </c:pt>
                <c:pt idx="14">
                  <c:v>75</c:v>
                </c:pt>
                <c:pt idx="15">
                  <c:v>5</c:v>
                </c:pt>
                <c:pt idx="16">
                  <c:v>80</c:v>
                </c:pt>
                <c:pt idx="17">
                  <c:v>95</c:v>
                </c:pt>
                <c:pt idx="18">
                  <c:v>48</c:v>
                </c:pt>
                <c:pt idx="19">
                  <c:v>50</c:v>
                </c:pt>
                <c:pt idx="20">
                  <c:v>70</c:v>
                </c:pt>
                <c:pt idx="21">
                  <c:v>65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Ubuntu Condensed"/>
                  <a:ea typeface="Ubuntu Condensed"/>
                  <a:cs typeface="Ubuntu Condense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AE7E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38332E"/>
                    </a:solidFill>
                    <a:latin typeface="Ubuntu Condensed"/>
                    <a:ea typeface="Ubuntu Condensed"/>
                    <a:cs typeface="Ubuntu Condensed"/>
                  </a:rPr>
                  <a:t>Defense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38332E"/>
                  </a:solidFill>
                  <a:latin typeface="Ubuntu Condensed"/>
                  <a:ea typeface="Ubuntu Condensed"/>
                  <a:cs typeface="Ubuntu Condensed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pPr>
          </a:p>
        </c:txPr>
        <c:crossAx val="48650112"/>
        <c:majorUnit val="50"/>
      </c:valAx>
      <c:valAx>
        <c:axId val="48650112"/>
        <c:scaling>
          <c:orientation val="minMax"/>
          <c:max val="2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AE7E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38332E"/>
                    </a:solidFill>
                    <a:latin typeface="Ubuntu Condensed"/>
                    <a:ea typeface="Ubuntu Condensed"/>
                    <a:cs typeface="Ubuntu Condensed"/>
                  </a:rPr>
                  <a:t>Attack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38332E"/>
                  </a:solidFill>
                  <a:latin typeface="Ubuntu Condensed"/>
                  <a:ea typeface="Ubuntu Condensed"/>
                  <a:cs typeface="Ubuntu Condensed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pPr>
          </a:p>
        </c:txPr>
        <c:crossAx val="48672768"/>
        <c:majorUnit val="50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1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varyColors val="0"/>
        <c:ser>
          <c:idx val="0"/>
          <c:order val="0"/>
          <c:tx>
            <c:v>Water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457985"/>
              </a:solidFill>
            </c:spPr>
          </c:marker>
          <c:xVal>
            <c:numRef>
              <c:f>'Chart Data'!$A$2:$A$2</c:f>
              <c:numCache>
                <c:formatCode>General</c:formatCode>
                <c:ptCount val="1"/>
                <c:pt idx="0">
                  <c:v>70.25</c:v>
                </c:pt>
              </c:numCache>
            </c:numRef>
          </c:xVal>
          <c:yVal>
            <c:numRef>
              <c:f>'Chart Data'!$B$2:$B$2</c:f>
              <c:numCache>
                <c:formatCode>General</c:formatCode>
                <c:ptCount val="1"/>
                <c:pt idx="0">
                  <c:v>77.5</c:v>
                </c:pt>
              </c:numCache>
            </c:numRef>
          </c:yVal>
        </c:ser>
        <c:ser>
          <c:idx val="1"/>
          <c:order val="1"/>
          <c:tx>
            <c:v>Fire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B23C50"/>
              </a:solidFill>
            </c:spPr>
          </c:marker>
          <c:xVal>
            <c:numRef>
              <c:f>'Chart Data'!$C$2:$C$2</c:f>
              <c:numCache>
                <c:formatCode>General</c:formatCode>
                <c:ptCount val="1"/>
                <c:pt idx="0">
                  <c:v>83.92</c:v>
                </c:pt>
              </c:numCache>
            </c:numRef>
          </c:xVal>
          <c:yVal>
            <c:numRef>
              <c:f>'Chart Data'!$D$2:$D$2</c:f>
              <c:numCache>
                <c:formatCode>General</c:formatCode>
                <c:ptCount val="1"/>
                <c:pt idx="0">
                  <c:v>62.58</c:v>
                </c:pt>
              </c:numCache>
            </c:numRef>
          </c:yVal>
        </c:ser>
        <c:ser>
          <c:idx val="2"/>
          <c:order val="2"/>
          <c:tx>
            <c:v>Grass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647545"/>
              </a:solidFill>
            </c:spPr>
          </c:marker>
          <c:xVal>
            <c:numRef>
              <c:f>'Chart Data'!$E$2:$E$2</c:f>
              <c:numCache>
                <c:formatCode>General</c:formatCode>
                <c:ptCount val="1"/>
                <c:pt idx="0">
                  <c:v>70.67</c:v>
                </c:pt>
              </c:numCache>
            </c:numRef>
          </c:xVal>
          <c:yVal>
            <c:numRef>
              <c:f>'Chart Data'!$F$2:$F$2</c:f>
              <c:numCache>
                <c:formatCode>General</c:formatCode>
                <c:ptCount val="1"/>
                <c:pt idx="0">
                  <c:v>69.58</c:v>
                </c:pt>
              </c:numCache>
            </c:numRef>
          </c:yVal>
        </c:ser>
        <c:ser>
          <c:idx val="3"/>
          <c:order val="3"/>
          <c:tx>
            <c:v>Electric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C18A34"/>
              </a:solidFill>
            </c:spPr>
          </c:marker>
          <c:xVal>
            <c:numRef>
              <c:f>'Chart Data'!$G$2:$G$2</c:f>
              <c:numCache>
                <c:formatCode>General</c:formatCode>
                <c:ptCount val="1"/>
                <c:pt idx="0">
                  <c:v>62</c:v>
                </c:pt>
              </c:numCache>
            </c:numRef>
          </c:xVal>
          <c:yVal>
            <c:numRef>
              <c:f>'Chart Data'!$H$2:$H$2</c:f>
              <c:numCache>
                <c:formatCode>General</c:formatCode>
                <c:ptCount val="1"/>
                <c:pt idx="0">
                  <c:v>64.67</c:v>
                </c:pt>
              </c:numCache>
            </c:numRef>
          </c:yVal>
        </c:ser>
        <c:ser>
          <c:idx val="4"/>
          <c:order val="4"/>
          <c:tx>
            <c:v>Normal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805773"/>
              </a:solidFill>
            </c:spPr>
          </c:marker>
          <c:xVal>
            <c:numRef>
              <c:f>'Chart Data'!$I$2:$I$2</c:f>
              <c:numCache>
                <c:formatCode>General</c:formatCode>
                <c:ptCount val="1"/>
                <c:pt idx="0">
                  <c:v>68.86</c:v>
                </c:pt>
              </c:numCache>
            </c:numRef>
          </c:xVal>
          <c:yVal>
            <c:numRef>
              <c:f>'Chart Data'!$J$2:$J$2</c:f>
              <c:numCache>
                <c:formatCode>General</c:formatCode>
                <c:ptCount val="1"/>
                <c:pt idx="0">
                  <c:v>53.55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Ubuntu Condensed"/>
                  <a:ea typeface="Ubuntu Condensed"/>
                  <a:cs typeface="Ubuntu Condense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AE7E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38332E"/>
                    </a:solidFill>
                    <a:latin typeface="Ubuntu Condensed"/>
                    <a:ea typeface="Ubuntu Condensed"/>
                    <a:cs typeface="Ubuntu Condensed"/>
                  </a:rPr>
                  <a:t>Defense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38332E"/>
                  </a:solidFill>
                  <a:latin typeface="Ubuntu Condensed"/>
                  <a:ea typeface="Ubuntu Condensed"/>
                  <a:cs typeface="Ubuntu Condensed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pPr>
          </a:p>
        </c:txPr>
        <c:crossAx val="48650112"/>
        <c:majorUnit val="50"/>
      </c:valAx>
      <c:valAx>
        <c:axId val="48650112"/>
        <c:scaling>
          <c:orientation val="minMax"/>
          <c:max val="2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AE7E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38332E"/>
                    </a:solidFill>
                    <a:latin typeface="Ubuntu Condensed"/>
                    <a:ea typeface="Ubuntu Condensed"/>
                    <a:cs typeface="Ubuntu Condensed"/>
                  </a:rPr>
                  <a:t>Attack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38332E"/>
                  </a:solidFill>
                  <a:latin typeface="Ubuntu Condensed"/>
                  <a:ea typeface="Ubuntu Condensed"/>
                  <a:cs typeface="Ubuntu Condensed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pPr>
          </a:p>
        </c:txPr>
        <c:crossAx val="48672768"/>
        <c:majorUnit val="50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1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varyColors val="0"/>
        <c:ser>
          <c:idx val="0"/>
          <c:order val="0"/>
          <c:tx>
            <c:v>Pokémon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B23C50"/>
              </a:solidFill>
            </c:spPr>
          </c:marker>
          <c:xVal>
            <c:numRef>
              <c:f>'Chart Data'!$A$2:$A$152</c:f>
              <c:numCache>
                <c:formatCode>General</c:formatCode>
                <c:ptCount val="151"/>
                <c:pt idx="0">
                  <c:v>49</c:v>
                </c:pt>
                <c:pt idx="1">
                  <c:v>62</c:v>
                </c:pt>
                <c:pt idx="2">
                  <c:v>82</c:v>
                </c:pt>
                <c:pt idx="3">
                  <c:v>52</c:v>
                </c:pt>
                <c:pt idx="4">
                  <c:v>64</c:v>
                </c:pt>
                <c:pt idx="5">
                  <c:v>84</c:v>
                </c:pt>
                <c:pt idx="6">
                  <c:v>48</c:v>
                </c:pt>
                <c:pt idx="7">
                  <c:v>63</c:v>
                </c:pt>
                <c:pt idx="8">
                  <c:v>83</c:v>
                </c:pt>
                <c:pt idx="9">
                  <c:v>30</c:v>
                </c:pt>
                <c:pt idx="10">
                  <c:v>20</c:v>
                </c:pt>
                <c:pt idx="11">
                  <c:v>45</c:v>
                </c:pt>
                <c:pt idx="12">
                  <c:v>35</c:v>
                </c:pt>
                <c:pt idx="13">
                  <c:v>25</c:v>
                </c:pt>
                <c:pt idx="14">
                  <c:v>90</c:v>
                </c:pt>
                <c:pt idx="15">
                  <c:v>45</c:v>
                </c:pt>
                <c:pt idx="16">
                  <c:v>60</c:v>
                </c:pt>
                <c:pt idx="17">
                  <c:v>80</c:v>
                </c:pt>
                <c:pt idx="18">
                  <c:v>56</c:v>
                </c:pt>
                <c:pt idx="19">
                  <c:v>81</c:v>
                </c:pt>
                <c:pt idx="20">
                  <c:v>60</c:v>
                </c:pt>
                <c:pt idx="21">
                  <c:v>90</c:v>
                </c:pt>
                <c:pt idx="22">
                  <c:v>60</c:v>
                </c:pt>
                <c:pt idx="23">
                  <c:v>95</c:v>
                </c:pt>
                <c:pt idx="24">
                  <c:v>55</c:v>
                </c:pt>
                <c:pt idx="25">
                  <c:v>90</c:v>
                </c:pt>
                <c:pt idx="26">
                  <c:v>75</c:v>
                </c:pt>
                <c:pt idx="27">
                  <c:v>100</c:v>
                </c:pt>
                <c:pt idx="28">
                  <c:v>47</c:v>
                </c:pt>
                <c:pt idx="29">
                  <c:v>62</c:v>
                </c:pt>
                <c:pt idx="30">
                  <c:v>92</c:v>
                </c:pt>
                <c:pt idx="31">
                  <c:v>57</c:v>
                </c:pt>
                <c:pt idx="32">
                  <c:v>72</c:v>
                </c:pt>
                <c:pt idx="33">
                  <c:v>102</c:v>
                </c:pt>
                <c:pt idx="34">
                  <c:v>45</c:v>
                </c:pt>
                <c:pt idx="35">
                  <c:v>70</c:v>
                </c:pt>
                <c:pt idx="36">
                  <c:v>41</c:v>
                </c:pt>
                <c:pt idx="37">
                  <c:v>76</c:v>
                </c:pt>
                <c:pt idx="38">
                  <c:v>45</c:v>
                </c:pt>
                <c:pt idx="39">
                  <c:v>70</c:v>
                </c:pt>
                <c:pt idx="40">
                  <c:v>45</c:v>
                </c:pt>
                <c:pt idx="41">
                  <c:v>80</c:v>
                </c:pt>
                <c:pt idx="42">
                  <c:v>50</c:v>
                </c:pt>
                <c:pt idx="43">
                  <c:v>65</c:v>
                </c:pt>
                <c:pt idx="44">
                  <c:v>80</c:v>
                </c:pt>
                <c:pt idx="45">
                  <c:v>70</c:v>
                </c:pt>
                <c:pt idx="46">
                  <c:v>95</c:v>
                </c:pt>
                <c:pt idx="47">
                  <c:v>55</c:v>
                </c:pt>
                <c:pt idx="48">
                  <c:v>65</c:v>
                </c:pt>
                <c:pt idx="49">
                  <c:v>55</c:v>
                </c:pt>
                <c:pt idx="50">
                  <c:v>100</c:v>
                </c:pt>
                <c:pt idx="51">
                  <c:v>45</c:v>
                </c:pt>
                <c:pt idx="52">
                  <c:v>70</c:v>
                </c:pt>
                <c:pt idx="53">
                  <c:v>52</c:v>
                </c:pt>
                <c:pt idx="54">
                  <c:v>82</c:v>
                </c:pt>
                <c:pt idx="55">
                  <c:v>80</c:v>
                </c:pt>
                <c:pt idx="56">
                  <c:v>105</c:v>
                </c:pt>
                <c:pt idx="57">
                  <c:v>70</c:v>
                </c:pt>
                <c:pt idx="58">
                  <c:v>110</c:v>
                </c:pt>
                <c:pt idx="59">
                  <c:v>50</c:v>
                </c:pt>
                <c:pt idx="60">
                  <c:v>65</c:v>
                </c:pt>
                <c:pt idx="61">
                  <c:v>95</c:v>
                </c:pt>
                <c:pt idx="62">
                  <c:v>20</c:v>
                </c:pt>
                <c:pt idx="63">
                  <c:v>35</c:v>
                </c:pt>
                <c:pt idx="64">
                  <c:v>50</c:v>
                </c:pt>
                <c:pt idx="65">
                  <c:v>80</c:v>
                </c:pt>
                <c:pt idx="66">
                  <c:v>100</c:v>
                </c:pt>
                <c:pt idx="67">
                  <c:v>130</c:v>
                </c:pt>
                <c:pt idx="68">
                  <c:v>75</c:v>
                </c:pt>
                <c:pt idx="69">
                  <c:v>90</c:v>
                </c:pt>
                <c:pt idx="70">
                  <c:v>105</c:v>
                </c:pt>
                <c:pt idx="71">
                  <c:v>40</c:v>
                </c:pt>
                <c:pt idx="72">
                  <c:v>70</c:v>
                </c:pt>
                <c:pt idx="73">
                  <c:v>80</c:v>
                </c:pt>
                <c:pt idx="74">
                  <c:v>95</c:v>
                </c:pt>
                <c:pt idx="75">
                  <c:v>120</c:v>
                </c:pt>
                <c:pt idx="76">
                  <c:v>85</c:v>
                </c:pt>
                <c:pt idx="77">
                  <c:v>100</c:v>
                </c:pt>
                <c:pt idx="78">
                  <c:v>65</c:v>
                </c:pt>
                <c:pt idx="79">
                  <c:v>75</c:v>
                </c:pt>
                <c:pt idx="80">
                  <c:v>35</c:v>
                </c:pt>
                <c:pt idx="81">
                  <c:v>60</c:v>
                </c:pt>
                <c:pt idx="82">
                  <c:v>90</c:v>
                </c:pt>
                <c:pt idx="83">
                  <c:v>85</c:v>
                </c:pt>
                <c:pt idx="84">
                  <c:v>110</c:v>
                </c:pt>
                <c:pt idx="85">
                  <c:v>45</c:v>
                </c:pt>
                <c:pt idx="86">
                  <c:v>70</c:v>
                </c:pt>
                <c:pt idx="87">
                  <c:v>80</c:v>
                </c:pt>
                <c:pt idx="88">
                  <c:v>105</c:v>
                </c:pt>
                <c:pt idx="89">
                  <c:v>65</c:v>
                </c:pt>
                <c:pt idx="90">
                  <c:v>95</c:v>
                </c:pt>
                <c:pt idx="91">
                  <c:v>35</c:v>
                </c:pt>
                <c:pt idx="92">
                  <c:v>50</c:v>
                </c:pt>
                <c:pt idx="93">
                  <c:v>65</c:v>
                </c:pt>
                <c:pt idx="94">
                  <c:v>45</c:v>
                </c:pt>
                <c:pt idx="95">
                  <c:v>48</c:v>
                </c:pt>
                <c:pt idx="96">
                  <c:v>73</c:v>
                </c:pt>
                <c:pt idx="97">
                  <c:v>105</c:v>
                </c:pt>
                <c:pt idx="98">
                  <c:v>130</c:v>
                </c:pt>
                <c:pt idx="99">
                  <c:v>30</c:v>
                </c:pt>
                <c:pt idx="100">
                  <c:v>50</c:v>
                </c:pt>
                <c:pt idx="101">
                  <c:v>40</c:v>
                </c:pt>
                <c:pt idx="102">
                  <c:v>95</c:v>
                </c:pt>
                <c:pt idx="103">
                  <c:v>50</c:v>
                </c:pt>
                <c:pt idx="104">
                  <c:v>80</c:v>
                </c:pt>
                <c:pt idx="105">
                  <c:v>120</c:v>
                </c:pt>
                <c:pt idx="106">
                  <c:v>105</c:v>
                </c:pt>
                <c:pt idx="107">
                  <c:v>55</c:v>
                </c:pt>
                <c:pt idx="108">
                  <c:v>65</c:v>
                </c:pt>
                <c:pt idx="109">
                  <c:v>90</c:v>
                </c:pt>
                <c:pt idx="110">
                  <c:v>85</c:v>
                </c:pt>
                <c:pt idx="111">
                  <c:v>130</c:v>
                </c:pt>
                <c:pt idx="112">
                  <c:v>5</c:v>
                </c:pt>
                <c:pt idx="113">
                  <c:v>55</c:v>
                </c:pt>
                <c:pt idx="114">
                  <c:v>95</c:v>
                </c:pt>
                <c:pt idx="115">
                  <c:v>40</c:v>
                </c:pt>
                <c:pt idx="116">
                  <c:v>65</c:v>
                </c:pt>
                <c:pt idx="117">
                  <c:v>67</c:v>
                </c:pt>
                <c:pt idx="118">
                  <c:v>92</c:v>
                </c:pt>
                <c:pt idx="119">
                  <c:v>45</c:v>
                </c:pt>
                <c:pt idx="120">
                  <c:v>75</c:v>
                </c:pt>
                <c:pt idx="121">
                  <c:v>45</c:v>
                </c:pt>
                <c:pt idx="122">
                  <c:v>110</c:v>
                </c:pt>
                <c:pt idx="123">
                  <c:v>50</c:v>
                </c:pt>
                <c:pt idx="124">
                  <c:v>83</c:v>
                </c:pt>
                <c:pt idx="125">
                  <c:v>95</c:v>
                </c:pt>
                <c:pt idx="126">
                  <c:v>125</c:v>
                </c:pt>
                <c:pt idx="127">
                  <c:v>100</c:v>
                </c:pt>
                <c:pt idx="128">
                  <c:v>10</c:v>
                </c:pt>
                <c:pt idx="129">
                  <c:v>125</c:v>
                </c:pt>
                <c:pt idx="130">
                  <c:v>85</c:v>
                </c:pt>
                <c:pt idx="131">
                  <c:v>48</c:v>
                </c:pt>
                <c:pt idx="132">
                  <c:v>55</c:v>
                </c:pt>
                <c:pt idx="133">
                  <c:v>65</c:v>
                </c:pt>
                <c:pt idx="134">
                  <c:v>65</c:v>
                </c:pt>
                <c:pt idx="135">
                  <c:v>130</c:v>
                </c:pt>
                <c:pt idx="136">
                  <c:v>60</c:v>
                </c:pt>
                <c:pt idx="137">
                  <c:v>40</c:v>
                </c:pt>
                <c:pt idx="138">
                  <c:v>60</c:v>
                </c:pt>
                <c:pt idx="139">
                  <c:v>80</c:v>
                </c:pt>
                <c:pt idx="140">
                  <c:v>115</c:v>
                </c:pt>
                <c:pt idx="141">
                  <c:v>105</c:v>
                </c:pt>
                <c:pt idx="142">
                  <c:v>110</c:v>
                </c:pt>
                <c:pt idx="143">
                  <c:v>85</c:v>
                </c:pt>
                <c:pt idx="144">
                  <c:v>90</c:v>
                </c:pt>
                <c:pt idx="145">
                  <c:v>100</c:v>
                </c:pt>
                <c:pt idx="146">
                  <c:v>64</c:v>
                </c:pt>
                <c:pt idx="147">
                  <c:v>84</c:v>
                </c:pt>
                <c:pt idx="148">
                  <c:v>134</c:v>
                </c:pt>
                <c:pt idx="149">
                  <c:v>110</c:v>
                </c:pt>
                <c:pt idx="150">
                  <c:v>100</c:v>
                </c:pt>
              </c:numCache>
            </c:numRef>
          </c:xVal>
          <c:yVal>
            <c:numRef>
              <c:f>'Chart Data'!$B$2:$B$152</c:f>
              <c:numCache>
                <c:formatCode>General</c:formatCode>
                <c:ptCount val="151"/>
                <c:pt idx="0">
                  <c:v>49</c:v>
                </c:pt>
                <c:pt idx="1">
                  <c:v>63</c:v>
                </c:pt>
                <c:pt idx="2">
                  <c:v>83</c:v>
                </c:pt>
                <c:pt idx="3">
                  <c:v>43</c:v>
                </c:pt>
                <c:pt idx="4">
                  <c:v>58</c:v>
                </c:pt>
                <c:pt idx="5">
                  <c:v>78</c:v>
                </c:pt>
                <c:pt idx="6">
                  <c:v>65</c:v>
                </c:pt>
                <c:pt idx="7">
                  <c:v>80</c:v>
                </c:pt>
                <c:pt idx="8">
                  <c:v>100</c:v>
                </c:pt>
                <c:pt idx="9">
                  <c:v>35</c:v>
                </c:pt>
                <c:pt idx="10">
                  <c:v>55</c:v>
                </c:pt>
                <c:pt idx="11">
                  <c:v>50</c:v>
                </c:pt>
                <c:pt idx="12">
                  <c:v>30</c:v>
                </c:pt>
                <c:pt idx="13">
                  <c:v>50</c:v>
                </c:pt>
                <c:pt idx="14">
                  <c:v>40</c:v>
                </c:pt>
                <c:pt idx="15">
                  <c:v>40</c:v>
                </c:pt>
                <c:pt idx="16">
                  <c:v>55</c:v>
                </c:pt>
                <c:pt idx="17">
                  <c:v>75</c:v>
                </c:pt>
                <c:pt idx="18">
                  <c:v>35</c:v>
                </c:pt>
                <c:pt idx="19">
                  <c:v>60</c:v>
                </c:pt>
                <c:pt idx="20">
                  <c:v>30</c:v>
                </c:pt>
                <c:pt idx="21">
                  <c:v>65</c:v>
                </c:pt>
                <c:pt idx="22">
                  <c:v>44</c:v>
                </c:pt>
                <c:pt idx="23">
                  <c:v>69</c:v>
                </c:pt>
                <c:pt idx="24">
                  <c:v>40</c:v>
                </c:pt>
                <c:pt idx="25">
                  <c:v>55</c:v>
                </c:pt>
                <c:pt idx="26">
                  <c:v>85</c:v>
                </c:pt>
                <c:pt idx="27">
                  <c:v>110</c:v>
                </c:pt>
                <c:pt idx="28">
                  <c:v>52</c:v>
                </c:pt>
                <c:pt idx="29">
                  <c:v>67</c:v>
                </c:pt>
                <c:pt idx="30">
                  <c:v>87</c:v>
                </c:pt>
                <c:pt idx="31">
                  <c:v>40</c:v>
                </c:pt>
                <c:pt idx="32">
                  <c:v>57</c:v>
                </c:pt>
                <c:pt idx="33">
                  <c:v>77</c:v>
                </c:pt>
                <c:pt idx="34">
                  <c:v>48</c:v>
                </c:pt>
                <c:pt idx="35">
                  <c:v>73</c:v>
                </c:pt>
                <c:pt idx="36">
                  <c:v>40</c:v>
                </c:pt>
                <c:pt idx="37">
                  <c:v>75</c:v>
                </c:pt>
                <c:pt idx="38">
                  <c:v>20</c:v>
                </c:pt>
                <c:pt idx="39">
                  <c:v>45</c:v>
                </c:pt>
                <c:pt idx="40">
                  <c:v>35</c:v>
                </c:pt>
                <c:pt idx="41">
                  <c:v>70</c:v>
                </c:pt>
                <c:pt idx="42">
                  <c:v>55</c:v>
                </c:pt>
                <c:pt idx="43">
                  <c:v>70</c:v>
                </c:pt>
                <c:pt idx="44">
                  <c:v>85</c:v>
                </c:pt>
                <c:pt idx="45">
                  <c:v>55</c:v>
                </c:pt>
                <c:pt idx="46">
                  <c:v>80</c:v>
                </c:pt>
                <c:pt idx="47">
                  <c:v>50</c:v>
                </c:pt>
                <c:pt idx="48">
                  <c:v>60</c:v>
                </c:pt>
                <c:pt idx="49">
                  <c:v>25</c:v>
                </c:pt>
                <c:pt idx="50">
                  <c:v>50</c:v>
                </c:pt>
                <c:pt idx="51">
                  <c:v>35</c:v>
                </c:pt>
                <c:pt idx="52">
                  <c:v>60</c:v>
                </c:pt>
                <c:pt idx="53">
                  <c:v>48</c:v>
                </c:pt>
                <c:pt idx="54">
                  <c:v>78</c:v>
                </c:pt>
                <c:pt idx="55">
                  <c:v>35</c:v>
                </c:pt>
                <c:pt idx="56">
                  <c:v>60</c:v>
                </c:pt>
                <c:pt idx="57">
                  <c:v>45</c:v>
                </c:pt>
                <c:pt idx="58">
                  <c:v>80</c:v>
                </c:pt>
                <c:pt idx="59">
                  <c:v>40</c:v>
                </c:pt>
                <c:pt idx="60">
                  <c:v>65</c:v>
                </c:pt>
                <c:pt idx="61">
                  <c:v>95</c:v>
                </c:pt>
                <c:pt idx="62">
                  <c:v>15</c:v>
                </c:pt>
                <c:pt idx="63">
                  <c:v>30</c:v>
                </c:pt>
                <c:pt idx="64">
                  <c:v>45</c:v>
                </c:pt>
                <c:pt idx="65">
                  <c:v>50</c:v>
                </c:pt>
                <c:pt idx="66">
                  <c:v>70</c:v>
                </c:pt>
                <c:pt idx="67">
                  <c:v>80</c:v>
                </c:pt>
                <c:pt idx="68">
                  <c:v>35</c:v>
                </c:pt>
                <c:pt idx="69">
                  <c:v>50</c:v>
                </c:pt>
                <c:pt idx="70">
                  <c:v>65</c:v>
                </c:pt>
                <c:pt idx="71">
                  <c:v>35</c:v>
                </c:pt>
                <c:pt idx="72">
                  <c:v>65</c:v>
                </c:pt>
                <c:pt idx="73">
                  <c:v>100</c:v>
                </c:pt>
                <c:pt idx="74">
                  <c:v>115</c:v>
                </c:pt>
                <c:pt idx="75">
                  <c:v>130</c:v>
                </c:pt>
                <c:pt idx="76">
                  <c:v>55</c:v>
                </c:pt>
                <c:pt idx="77">
                  <c:v>70</c:v>
                </c:pt>
                <c:pt idx="78">
                  <c:v>65</c:v>
                </c:pt>
                <c:pt idx="79">
                  <c:v>110</c:v>
                </c:pt>
                <c:pt idx="80">
                  <c:v>70</c:v>
                </c:pt>
                <c:pt idx="81">
                  <c:v>95</c:v>
                </c:pt>
                <c:pt idx="82">
                  <c:v>55</c:v>
                </c:pt>
                <c:pt idx="83">
                  <c:v>45</c:v>
                </c:pt>
                <c:pt idx="84">
                  <c:v>70</c:v>
                </c:pt>
                <c:pt idx="85">
                  <c:v>55</c:v>
                </c:pt>
                <c:pt idx="86">
                  <c:v>80</c:v>
                </c:pt>
                <c:pt idx="87">
                  <c:v>50</c:v>
                </c:pt>
                <c:pt idx="88">
                  <c:v>75</c:v>
                </c:pt>
                <c:pt idx="89">
                  <c:v>100</c:v>
                </c:pt>
                <c:pt idx="90">
                  <c:v>180</c:v>
                </c:pt>
                <c:pt idx="91">
                  <c:v>30</c:v>
                </c:pt>
                <c:pt idx="92">
                  <c:v>45</c:v>
                </c:pt>
                <c:pt idx="93">
                  <c:v>60</c:v>
                </c:pt>
                <c:pt idx="94">
                  <c:v>160</c:v>
                </c:pt>
                <c:pt idx="95">
                  <c:v>45</c:v>
                </c:pt>
                <c:pt idx="96">
                  <c:v>70</c:v>
                </c:pt>
                <c:pt idx="97">
                  <c:v>90</c:v>
                </c:pt>
                <c:pt idx="98">
                  <c:v>115</c:v>
                </c:pt>
                <c:pt idx="99">
                  <c:v>50</c:v>
                </c:pt>
                <c:pt idx="100">
                  <c:v>70</c:v>
                </c:pt>
                <c:pt idx="101">
                  <c:v>80</c:v>
                </c:pt>
                <c:pt idx="102">
                  <c:v>85</c:v>
                </c:pt>
                <c:pt idx="103">
                  <c:v>95</c:v>
                </c:pt>
                <c:pt idx="104">
                  <c:v>110</c:v>
                </c:pt>
                <c:pt idx="105">
                  <c:v>53</c:v>
                </c:pt>
                <c:pt idx="106">
                  <c:v>79</c:v>
                </c:pt>
                <c:pt idx="107">
                  <c:v>75</c:v>
                </c:pt>
                <c:pt idx="108">
                  <c:v>95</c:v>
                </c:pt>
                <c:pt idx="109">
                  <c:v>120</c:v>
                </c:pt>
                <c:pt idx="110">
                  <c:v>95</c:v>
                </c:pt>
                <c:pt idx="111">
                  <c:v>120</c:v>
                </c:pt>
                <c:pt idx="112">
                  <c:v>5</c:v>
                </c:pt>
                <c:pt idx="113">
                  <c:v>115</c:v>
                </c:pt>
                <c:pt idx="114">
                  <c:v>80</c:v>
                </c:pt>
                <c:pt idx="115">
                  <c:v>70</c:v>
                </c:pt>
                <c:pt idx="116">
                  <c:v>95</c:v>
                </c:pt>
                <c:pt idx="117">
                  <c:v>60</c:v>
                </c:pt>
                <c:pt idx="118">
                  <c:v>65</c:v>
                </c:pt>
                <c:pt idx="119">
                  <c:v>55</c:v>
                </c:pt>
                <c:pt idx="120">
                  <c:v>85</c:v>
                </c:pt>
                <c:pt idx="121">
                  <c:v>65</c:v>
                </c:pt>
                <c:pt idx="122">
                  <c:v>80</c:v>
                </c:pt>
                <c:pt idx="123">
                  <c:v>35</c:v>
                </c:pt>
                <c:pt idx="124">
                  <c:v>57</c:v>
                </c:pt>
                <c:pt idx="125">
                  <c:v>57</c:v>
                </c:pt>
                <c:pt idx="126">
                  <c:v>100</c:v>
                </c:pt>
                <c:pt idx="127">
                  <c:v>95</c:v>
                </c:pt>
                <c:pt idx="128">
                  <c:v>55</c:v>
                </c:pt>
                <c:pt idx="129">
                  <c:v>79</c:v>
                </c:pt>
                <c:pt idx="130">
                  <c:v>80</c:v>
                </c:pt>
                <c:pt idx="131">
                  <c:v>48</c:v>
                </c:pt>
                <c:pt idx="132">
                  <c:v>50</c:v>
                </c:pt>
                <c:pt idx="133">
                  <c:v>60</c:v>
                </c:pt>
                <c:pt idx="134">
                  <c:v>60</c:v>
                </c:pt>
                <c:pt idx="135">
                  <c:v>60</c:v>
                </c:pt>
                <c:pt idx="136">
                  <c:v>70</c:v>
                </c:pt>
                <c:pt idx="137">
                  <c:v>100</c:v>
                </c:pt>
                <c:pt idx="138">
                  <c:v>125</c:v>
                </c:pt>
                <c:pt idx="139">
                  <c:v>90</c:v>
                </c:pt>
                <c:pt idx="140">
                  <c:v>105</c:v>
                </c:pt>
                <c:pt idx="141">
                  <c:v>65</c:v>
                </c:pt>
                <c:pt idx="142">
                  <c:v>65</c:v>
                </c:pt>
                <c:pt idx="143">
                  <c:v>100</c:v>
                </c:pt>
                <c:pt idx="144">
                  <c:v>85</c:v>
                </c:pt>
                <c:pt idx="145">
                  <c:v>90</c:v>
                </c:pt>
                <c:pt idx="146">
                  <c:v>45</c:v>
                </c:pt>
                <c:pt idx="147">
                  <c:v>65</c:v>
                </c:pt>
                <c:pt idx="148">
                  <c:v>95</c:v>
                </c:pt>
                <c:pt idx="149">
                  <c:v>90</c:v>
                </c:pt>
                <c:pt idx="150">
                  <c:v>100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Ubuntu Condensed"/>
                  <a:ea typeface="Ubuntu Condensed"/>
                  <a:cs typeface="Ubuntu Condense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AE7E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38332E"/>
                    </a:solidFill>
                    <a:latin typeface="Ubuntu Condensed"/>
                    <a:ea typeface="Ubuntu Condensed"/>
                    <a:cs typeface="Ubuntu Condensed"/>
                  </a:rPr>
                  <a:t>Defense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38332E"/>
                  </a:solidFill>
                  <a:latin typeface="Ubuntu Condensed"/>
                  <a:ea typeface="Ubuntu Condensed"/>
                  <a:cs typeface="Ubuntu Condensed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pPr>
          </a:p>
        </c:txPr>
        <c:crossAx val="48650112"/>
        <c:majorUnit val="50"/>
      </c:valAx>
      <c:valAx>
        <c:axId val="48650112"/>
        <c:scaling>
          <c:orientation val="minMax"/>
          <c:max val="2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AE7E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38332E"/>
                    </a:solidFill>
                    <a:latin typeface="Ubuntu Condensed"/>
                    <a:ea typeface="Ubuntu Condensed"/>
                    <a:cs typeface="Ubuntu Condensed"/>
                  </a:rPr>
                  <a:t>Attack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38332E"/>
                  </a:solidFill>
                  <a:latin typeface="Ubuntu Condensed"/>
                  <a:ea typeface="Ubuntu Condensed"/>
                  <a:cs typeface="Ubuntu Condensed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pPr>
          </a:p>
        </c:txPr>
        <c:crossAx val="48672768"/>
        <c:majorUnit val="50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1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varyColors val="0"/>
        <c:ser>
          <c:idx val="0"/>
          <c:order val="0"/>
          <c:tx>
            <c:v>Others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DCD8D0"/>
              </a:solidFill>
            </c:spPr>
          </c:marker>
          <c:xVal>
            <c:numRef>
              <c:f>'Chart Data'!$A$2:$A$151</c:f>
              <c:numCache>
                <c:formatCode>General</c:formatCode>
                <c:ptCount val="150"/>
                <c:pt idx="0">
                  <c:v>49</c:v>
                </c:pt>
                <c:pt idx="1">
                  <c:v>62</c:v>
                </c:pt>
                <c:pt idx="2">
                  <c:v>82</c:v>
                </c:pt>
                <c:pt idx="3">
                  <c:v>52</c:v>
                </c:pt>
                <c:pt idx="4">
                  <c:v>64</c:v>
                </c:pt>
                <c:pt idx="5">
                  <c:v>84</c:v>
                </c:pt>
                <c:pt idx="6">
                  <c:v>48</c:v>
                </c:pt>
                <c:pt idx="7">
                  <c:v>63</c:v>
                </c:pt>
                <c:pt idx="8">
                  <c:v>83</c:v>
                </c:pt>
                <c:pt idx="9">
                  <c:v>30</c:v>
                </c:pt>
                <c:pt idx="10">
                  <c:v>20</c:v>
                </c:pt>
                <c:pt idx="11">
                  <c:v>45</c:v>
                </c:pt>
                <c:pt idx="12">
                  <c:v>35</c:v>
                </c:pt>
                <c:pt idx="13">
                  <c:v>25</c:v>
                </c:pt>
                <c:pt idx="14">
                  <c:v>90</c:v>
                </c:pt>
                <c:pt idx="15">
                  <c:v>45</c:v>
                </c:pt>
                <c:pt idx="16">
                  <c:v>60</c:v>
                </c:pt>
                <c:pt idx="17">
                  <c:v>80</c:v>
                </c:pt>
                <c:pt idx="18">
                  <c:v>56</c:v>
                </c:pt>
                <c:pt idx="19">
                  <c:v>81</c:v>
                </c:pt>
                <c:pt idx="20">
                  <c:v>60</c:v>
                </c:pt>
                <c:pt idx="21">
                  <c:v>90</c:v>
                </c:pt>
                <c:pt idx="22">
                  <c:v>60</c:v>
                </c:pt>
                <c:pt idx="23">
                  <c:v>95</c:v>
                </c:pt>
                <c:pt idx="24">
                  <c:v>55</c:v>
                </c:pt>
                <c:pt idx="25">
                  <c:v>90</c:v>
                </c:pt>
                <c:pt idx="26">
                  <c:v>75</c:v>
                </c:pt>
                <c:pt idx="27">
                  <c:v>100</c:v>
                </c:pt>
                <c:pt idx="28">
                  <c:v>47</c:v>
                </c:pt>
                <c:pt idx="29">
                  <c:v>62</c:v>
                </c:pt>
                <c:pt idx="30">
                  <c:v>92</c:v>
                </c:pt>
                <c:pt idx="31">
                  <c:v>57</c:v>
                </c:pt>
                <c:pt idx="32">
                  <c:v>72</c:v>
                </c:pt>
                <c:pt idx="33">
                  <c:v>102</c:v>
                </c:pt>
                <c:pt idx="34">
                  <c:v>45</c:v>
                </c:pt>
                <c:pt idx="35">
                  <c:v>70</c:v>
                </c:pt>
                <c:pt idx="36">
                  <c:v>41</c:v>
                </c:pt>
                <c:pt idx="37">
                  <c:v>76</c:v>
                </c:pt>
                <c:pt idx="38">
                  <c:v>45</c:v>
                </c:pt>
                <c:pt idx="39">
                  <c:v>70</c:v>
                </c:pt>
                <c:pt idx="40">
                  <c:v>45</c:v>
                </c:pt>
                <c:pt idx="41">
                  <c:v>80</c:v>
                </c:pt>
                <c:pt idx="42">
                  <c:v>50</c:v>
                </c:pt>
                <c:pt idx="43">
                  <c:v>65</c:v>
                </c:pt>
                <c:pt idx="44">
                  <c:v>80</c:v>
                </c:pt>
                <c:pt idx="45">
                  <c:v>70</c:v>
                </c:pt>
                <c:pt idx="46">
                  <c:v>95</c:v>
                </c:pt>
                <c:pt idx="47">
                  <c:v>55</c:v>
                </c:pt>
                <c:pt idx="48">
                  <c:v>65</c:v>
                </c:pt>
                <c:pt idx="49">
                  <c:v>55</c:v>
                </c:pt>
                <c:pt idx="50">
                  <c:v>100</c:v>
                </c:pt>
                <c:pt idx="51">
                  <c:v>45</c:v>
                </c:pt>
                <c:pt idx="52">
                  <c:v>70</c:v>
                </c:pt>
                <c:pt idx="53">
                  <c:v>52</c:v>
                </c:pt>
                <c:pt idx="54">
                  <c:v>82</c:v>
                </c:pt>
                <c:pt idx="55">
                  <c:v>80</c:v>
                </c:pt>
                <c:pt idx="56">
                  <c:v>105</c:v>
                </c:pt>
                <c:pt idx="57">
                  <c:v>70</c:v>
                </c:pt>
                <c:pt idx="58">
                  <c:v>110</c:v>
                </c:pt>
                <c:pt idx="59">
                  <c:v>50</c:v>
                </c:pt>
                <c:pt idx="60">
                  <c:v>65</c:v>
                </c:pt>
                <c:pt idx="61">
                  <c:v>95</c:v>
                </c:pt>
                <c:pt idx="62">
                  <c:v>20</c:v>
                </c:pt>
                <c:pt idx="63">
                  <c:v>35</c:v>
                </c:pt>
                <c:pt idx="64">
                  <c:v>50</c:v>
                </c:pt>
                <c:pt idx="65">
                  <c:v>80</c:v>
                </c:pt>
                <c:pt idx="66">
                  <c:v>100</c:v>
                </c:pt>
                <c:pt idx="67">
                  <c:v>130</c:v>
                </c:pt>
                <c:pt idx="68">
                  <c:v>75</c:v>
                </c:pt>
                <c:pt idx="69">
                  <c:v>90</c:v>
                </c:pt>
                <c:pt idx="70">
                  <c:v>105</c:v>
                </c:pt>
                <c:pt idx="71">
                  <c:v>40</c:v>
                </c:pt>
                <c:pt idx="72">
                  <c:v>70</c:v>
                </c:pt>
                <c:pt idx="73">
                  <c:v>80</c:v>
                </c:pt>
                <c:pt idx="74">
                  <c:v>95</c:v>
                </c:pt>
                <c:pt idx="75">
                  <c:v>120</c:v>
                </c:pt>
                <c:pt idx="76">
                  <c:v>85</c:v>
                </c:pt>
                <c:pt idx="77">
                  <c:v>100</c:v>
                </c:pt>
                <c:pt idx="78">
                  <c:v>65</c:v>
                </c:pt>
                <c:pt idx="79">
                  <c:v>75</c:v>
                </c:pt>
                <c:pt idx="80">
                  <c:v>35</c:v>
                </c:pt>
                <c:pt idx="81">
                  <c:v>60</c:v>
                </c:pt>
                <c:pt idx="82">
                  <c:v>90</c:v>
                </c:pt>
                <c:pt idx="83">
                  <c:v>85</c:v>
                </c:pt>
                <c:pt idx="84">
                  <c:v>110</c:v>
                </c:pt>
                <c:pt idx="85">
                  <c:v>45</c:v>
                </c:pt>
                <c:pt idx="86">
                  <c:v>70</c:v>
                </c:pt>
                <c:pt idx="87">
                  <c:v>80</c:v>
                </c:pt>
                <c:pt idx="88">
                  <c:v>105</c:v>
                </c:pt>
                <c:pt idx="89">
                  <c:v>65</c:v>
                </c:pt>
                <c:pt idx="90">
                  <c:v>95</c:v>
                </c:pt>
                <c:pt idx="91">
                  <c:v>35</c:v>
                </c:pt>
                <c:pt idx="92">
                  <c:v>50</c:v>
                </c:pt>
                <c:pt idx="93">
                  <c:v>65</c:v>
                </c:pt>
                <c:pt idx="94">
                  <c:v>48</c:v>
                </c:pt>
                <c:pt idx="95">
                  <c:v>73</c:v>
                </c:pt>
                <c:pt idx="96">
                  <c:v>105</c:v>
                </c:pt>
                <c:pt idx="97">
                  <c:v>130</c:v>
                </c:pt>
                <c:pt idx="98">
                  <c:v>30</c:v>
                </c:pt>
                <c:pt idx="99">
                  <c:v>50</c:v>
                </c:pt>
                <c:pt idx="100">
                  <c:v>40</c:v>
                </c:pt>
                <c:pt idx="101">
                  <c:v>95</c:v>
                </c:pt>
                <c:pt idx="102">
                  <c:v>50</c:v>
                </c:pt>
                <c:pt idx="103">
                  <c:v>80</c:v>
                </c:pt>
                <c:pt idx="104">
                  <c:v>120</c:v>
                </c:pt>
                <c:pt idx="105">
                  <c:v>105</c:v>
                </c:pt>
                <c:pt idx="106">
                  <c:v>55</c:v>
                </c:pt>
                <c:pt idx="107">
                  <c:v>65</c:v>
                </c:pt>
                <c:pt idx="108">
                  <c:v>90</c:v>
                </c:pt>
                <c:pt idx="109">
                  <c:v>85</c:v>
                </c:pt>
                <c:pt idx="110">
                  <c:v>130</c:v>
                </c:pt>
                <c:pt idx="111">
                  <c:v>5</c:v>
                </c:pt>
                <c:pt idx="112">
                  <c:v>55</c:v>
                </c:pt>
                <c:pt idx="113">
                  <c:v>95</c:v>
                </c:pt>
                <c:pt idx="114">
                  <c:v>40</c:v>
                </c:pt>
                <c:pt idx="115">
                  <c:v>65</c:v>
                </c:pt>
                <c:pt idx="116">
                  <c:v>67</c:v>
                </c:pt>
                <c:pt idx="117">
                  <c:v>92</c:v>
                </c:pt>
                <c:pt idx="118">
                  <c:v>45</c:v>
                </c:pt>
                <c:pt idx="119">
                  <c:v>75</c:v>
                </c:pt>
                <c:pt idx="120">
                  <c:v>45</c:v>
                </c:pt>
                <c:pt idx="121">
                  <c:v>110</c:v>
                </c:pt>
                <c:pt idx="122">
                  <c:v>50</c:v>
                </c:pt>
                <c:pt idx="123">
                  <c:v>83</c:v>
                </c:pt>
                <c:pt idx="124">
                  <c:v>95</c:v>
                </c:pt>
                <c:pt idx="125">
                  <c:v>125</c:v>
                </c:pt>
                <c:pt idx="126">
                  <c:v>100</c:v>
                </c:pt>
                <c:pt idx="127">
                  <c:v>10</c:v>
                </c:pt>
                <c:pt idx="128">
                  <c:v>125</c:v>
                </c:pt>
                <c:pt idx="129">
                  <c:v>85</c:v>
                </c:pt>
                <c:pt idx="130">
                  <c:v>48</c:v>
                </c:pt>
                <c:pt idx="131">
                  <c:v>55</c:v>
                </c:pt>
                <c:pt idx="132">
                  <c:v>65</c:v>
                </c:pt>
                <c:pt idx="133">
                  <c:v>65</c:v>
                </c:pt>
                <c:pt idx="134">
                  <c:v>130</c:v>
                </c:pt>
                <c:pt idx="135">
                  <c:v>60</c:v>
                </c:pt>
                <c:pt idx="136">
                  <c:v>40</c:v>
                </c:pt>
                <c:pt idx="137">
                  <c:v>60</c:v>
                </c:pt>
                <c:pt idx="138">
                  <c:v>80</c:v>
                </c:pt>
                <c:pt idx="139">
                  <c:v>115</c:v>
                </c:pt>
                <c:pt idx="140">
                  <c:v>105</c:v>
                </c:pt>
                <c:pt idx="141">
                  <c:v>110</c:v>
                </c:pt>
                <c:pt idx="142">
                  <c:v>85</c:v>
                </c:pt>
                <c:pt idx="143">
                  <c:v>90</c:v>
                </c:pt>
                <c:pt idx="144">
                  <c:v>100</c:v>
                </c:pt>
                <c:pt idx="145">
                  <c:v>64</c:v>
                </c:pt>
                <c:pt idx="146">
                  <c:v>84</c:v>
                </c:pt>
                <c:pt idx="147">
                  <c:v>134</c:v>
                </c:pt>
                <c:pt idx="148">
                  <c:v>110</c:v>
                </c:pt>
                <c:pt idx="149">
                  <c:v>100</c:v>
                </c:pt>
              </c:numCache>
            </c:numRef>
          </c:xVal>
          <c:yVal>
            <c:numRef>
              <c:f>'Chart Data'!$B$2:$B$151</c:f>
              <c:numCache>
                <c:formatCode>General</c:formatCode>
                <c:ptCount val="150"/>
                <c:pt idx="0">
                  <c:v>49</c:v>
                </c:pt>
                <c:pt idx="1">
                  <c:v>63</c:v>
                </c:pt>
                <c:pt idx="2">
                  <c:v>83</c:v>
                </c:pt>
                <c:pt idx="3">
                  <c:v>43</c:v>
                </c:pt>
                <c:pt idx="4">
                  <c:v>58</c:v>
                </c:pt>
                <c:pt idx="5">
                  <c:v>78</c:v>
                </c:pt>
                <c:pt idx="6">
                  <c:v>65</c:v>
                </c:pt>
                <c:pt idx="7">
                  <c:v>80</c:v>
                </c:pt>
                <c:pt idx="8">
                  <c:v>100</c:v>
                </c:pt>
                <c:pt idx="9">
                  <c:v>35</c:v>
                </c:pt>
                <c:pt idx="10">
                  <c:v>55</c:v>
                </c:pt>
                <c:pt idx="11">
                  <c:v>50</c:v>
                </c:pt>
                <c:pt idx="12">
                  <c:v>30</c:v>
                </c:pt>
                <c:pt idx="13">
                  <c:v>50</c:v>
                </c:pt>
                <c:pt idx="14">
                  <c:v>40</c:v>
                </c:pt>
                <c:pt idx="15">
                  <c:v>40</c:v>
                </c:pt>
                <c:pt idx="16">
                  <c:v>55</c:v>
                </c:pt>
                <c:pt idx="17">
                  <c:v>75</c:v>
                </c:pt>
                <c:pt idx="18">
                  <c:v>35</c:v>
                </c:pt>
                <c:pt idx="19">
                  <c:v>60</c:v>
                </c:pt>
                <c:pt idx="20">
                  <c:v>30</c:v>
                </c:pt>
                <c:pt idx="21">
                  <c:v>65</c:v>
                </c:pt>
                <c:pt idx="22">
                  <c:v>44</c:v>
                </c:pt>
                <c:pt idx="23">
                  <c:v>69</c:v>
                </c:pt>
                <c:pt idx="24">
                  <c:v>40</c:v>
                </c:pt>
                <c:pt idx="25">
                  <c:v>55</c:v>
                </c:pt>
                <c:pt idx="26">
                  <c:v>85</c:v>
                </c:pt>
                <c:pt idx="27">
                  <c:v>110</c:v>
                </c:pt>
                <c:pt idx="28">
                  <c:v>52</c:v>
                </c:pt>
                <c:pt idx="29">
                  <c:v>67</c:v>
                </c:pt>
                <c:pt idx="30">
                  <c:v>87</c:v>
                </c:pt>
                <c:pt idx="31">
                  <c:v>40</c:v>
                </c:pt>
                <c:pt idx="32">
                  <c:v>57</c:v>
                </c:pt>
                <c:pt idx="33">
                  <c:v>77</c:v>
                </c:pt>
                <c:pt idx="34">
                  <c:v>48</c:v>
                </c:pt>
                <c:pt idx="35">
                  <c:v>73</c:v>
                </c:pt>
                <c:pt idx="36">
                  <c:v>40</c:v>
                </c:pt>
                <c:pt idx="37">
                  <c:v>75</c:v>
                </c:pt>
                <c:pt idx="38">
                  <c:v>20</c:v>
                </c:pt>
                <c:pt idx="39">
                  <c:v>45</c:v>
                </c:pt>
                <c:pt idx="40">
                  <c:v>35</c:v>
                </c:pt>
                <c:pt idx="41">
                  <c:v>70</c:v>
                </c:pt>
                <c:pt idx="42">
                  <c:v>55</c:v>
                </c:pt>
                <c:pt idx="43">
                  <c:v>70</c:v>
                </c:pt>
                <c:pt idx="44">
                  <c:v>85</c:v>
                </c:pt>
                <c:pt idx="45">
                  <c:v>55</c:v>
                </c:pt>
                <c:pt idx="46">
                  <c:v>80</c:v>
                </c:pt>
                <c:pt idx="47">
                  <c:v>50</c:v>
                </c:pt>
                <c:pt idx="48">
                  <c:v>60</c:v>
                </c:pt>
                <c:pt idx="49">
                  <c:v>25</c:v>
                </c:pt>
                <c:pt idx="50">
                  <c:v>50</c:v>
                </c:pt>
                <c:pt idx="51">
                  <c:v>35</c:v>
                </c:pt>
                <c:pt idx="52">
                  <c:v>60</c:v>
                </c:pt>
                <c:pt idx="53">
                  <c:v>48</c:v>
                </c:pt>
                <c:pt idx="54">
                  <c:v>78</c:v>
                </c:pt>
                <c:pt idx="55">
                  <c:v>35</c:v>
                </c:pt>
                <c:pt idx="56">
                  <c:v>60</c:v>
                </c:pt>
                <c:pt idx="57">
                  <c:v>45</c:v>
                </c:pt>
                <c:pt idx="58">
                  <c:v>80</c:v>
                </c:pt>
                <c:pt idx="59">
                  <c:v>40</c:v>
                </c:pt>
                <c:pt idx="60">
                  <c:v>65</c:v>
                </c:pt>
                <c:pt idx="61">
                  <c:v>95</c:v>
                </c:pt>
                <c:pt idx="62">
                  <c:v>15</c:v>
                </c:pt>
                <c:pt idx="63">
                  <c:v>30</c:v>
                </c:pt>
                <c:pt idx="64">
                  <c:v>45</c:v>
                </c:pt>
                <c:pt idx="65">
                  <c:v>50</c:v>
                </c:pt>
                <c:pt idx="66">
                  <c:v>70</c:v>
                </c:pt>
                <c:pt idx="67">
                  <c:v>80</c:v>
                </c:pt>
                <c:pt idx="68">
                  <c:v>35</c:v>
                </c:pt>
                <c:pt idx="69">
                  <c:v>50</c:v>
                </c:pt>
                <c:pt idx="70">
                  <c:v>65</c:v>
                </c:pt>
                <c:pt idx="71">
                  <c:v>35</c:v>
                </c:pt>
                <c:pt idx="72">
                  <c:v>65</c:v>
                </c:pt>
                <c:pt idx="73">
                  <c:v>100</c:v>
                </c:pt>
                <c:pt idx="74">
                  <c:v>115</c:v>
                </c:pt>
                <c:pt idx="75">
                  <c:v>130</c:v>
                </c:pt>
                <c:pt idx="76">
                  <c:v>55</c:v>
                </c:pt>
                <c:pt idx="77">
                  <c:v>70</c:v>
                </c:pt>
                <c:pt idx="78">
                  <c:v>65</c:v>
                </c:pt>
                <c:pt idx="79">
                  <c:v>110</c:v>
                </c:pt>
                <c:pt idx="80">
                  <c:v>70</c:v>
                </c:pt>
                <c:pt idx="81">
                  <c:v>95</c:v>
                </c:pt>
                <c:pt idx="82">
                  <c:v>55</c:v>
                </c:pt>
                <c:pt idx="83">
                  <c:v>45</c:v>
                </c:pt>
                <c:pt idx="84">
                  <c:v>70</c:v>
                </c:pt>
                <c:pt idx="85">
                  <c:v>55</c:v>
                </c:pt>
                <c:pt idx="86">
                  <c:v>80</c:v>
                </c:pt>
                <c:pt idx="87">
                  <c:v>50</c:v>
                </c:pt>
                <c:pt idx="88">
                  <c:v>75</c:v>
                </c:pt>
                <c:pt idx="89">
                  <c:v>100</c:v>
                </c:pt>
                <c:pt idx="90">
                  <c:v>180</c:v>
                </c:pt>
                <c:pt idx="91">
                  <c:v>30</c:v>
                </c:pt>
                <c:pt idx="92">
                  <c:v>45</c:v>
                </c:pt>
                <c:pt idx="93">
                  <c:v>60</c:v>
                </c:pt>
                <c:pt idx="94">
                  <c:v>45</c:v>
                </c:pt>
                <c:pt idx="95">
                  <c:v>70</c:v>
                </c:pt>
                <c:pt idx="96">
                  <c:v>90</c:v>
                </c:pt>
                <c:pt idx="97">
                  <c:v>115</c:v>
                </c:pt>
                <c:pt idx="98">
                  <c:v>50</c:v>
                </c:pt>
                <c:pt idx="99">
                  <c:v>70</c:v>
                </c:pt>
                <c:pt idx="100">
                  <c:v>80</c:v>
                </c:pt>
                <c:pt idx="101">
                  <c:v>85</c:v>
                </c:pt>
                <c:pt idx="102">
                  <c:v>95</c:v>
                </c:pt>
                <c:pt idx="103">
                  <c:v>110</c:v>
                </c:pt>
                <c:pt idx="104">
                  <c:v>53</c:v>
                </c:pt>
                <c:pt idx="105">
                  <c:v>79</c:v>
                </c:pt>
                <c:pt idx="106">
                  <c:v>75</c:v>
                </c:pt>
                <c:pt idx="107">
                  <c:v>95</c:v>
                </c:pt>
                <c:pt idx="108">
                  <c:v>120</c:v>
                </c:pt>
                <c:pt idx="109">
                  <c:v>95</c:v>
                </c:pt>
                <c:pt idx="110">
                  <c:v>120</c:v>
                </c:pt>
                <c:pt idx="111">
                  <c:v>5</c:v>
                </c:pt>
                <c:pt idx="112">
                  <c:v>115</c:v>
                </c:pt>
                <c:pt idx="113">
                  <c:v>80</c:v>
                </c:pt>
                <c:pt idx="114">
                  <c:v>70</c:v>
                </c:pt>
                <c:pt idx="115">
                  <c:v>95</c:v>
                </c:pt>
                <c:pt idx="116">
                  <c:v>60</c:v>
                </c:pt>
                <c:pt idx="117">
                  <c:v>65</c:v>
                </c:pt>
                <c:pt idx="118">
                  <c:v>55</c:v>
                </c:pt>
                <c:pt idx="119">
                  <c:v>85</c:v>
                </c:pt>
                <c:pt idx="120">
                  <c:v>65</c:v>
                </c:pt>
                <c:pt idx="121">
                  <c:v>80</c:v>
                </c:pt>
                <c:pt idx="122">
                  <c:v>35</c:v>
                </c:pt>
                <c:pt idx="123">
                  <c:v>57</c:v>
                </c:pt>
                <c:pt idx="124">
                  <c:v>57</c:v>
                </c:pt>
                <c:pt idx="125">
                  <c:v>100</c:v>
                </c:pt>
                <c:pt idx="126">
                  <c:v>95</c:v>
                </c:pt>
                <c:pt idx="127">
                  <c:v>55</c:v>
                </c:pt>
                <c:pt idx="128">
                  <c:v>79</c:v>
                </c:pt>
                <c:pt idx="129">
                  <c:v>80</c:v>
                </c:pt>
                <c:pt idx="130">
                  <c:v>48</c:v>
                </c:pt>
                <c:pt idx="131">
                  <c:v>50</c:v>
                </c:pt>
                <c:pt idx="132">
                  <c:v>60</c:v>
                </c:pt>
                <c:pt idx="133">
                  <c:v>60</c:v>
                </c:pt>
                <c:pt idx="134">
                  <c:v>60</c:v>
                </c:pt>
                <c:pt idx="135">
                  <c:v>70</c:v>
                </c:pt>
                <c:pt idx="136">
                  <c:v>100</c:v>
                </c:pt>
                <c:pt idx="137">
                  <c:v>125</c:v>
                </c:pt>
                <c:pt idx="138">
                  <c:v>90</c:v>
                </c:pt>
                <c:pt idx="139">
                  <c:v>105</c:v>
                </c:pt>
                <c:pt idx="140">
                  <c:v>65</c:v>
                </c:pt>
                <c:pt idx="141">
                  <c:v>65</c:v>
                </c:pt>
                <c:pt idx="142">
                  <c:v>100</c:v>
                </c:pt>
                <c:pt idx="143">
                  <c:v>85</c:v>
                </c:pt>
                <c:pt idx="144">
                  <c:v>90</c:v>
                </c:pt>
                <c:pt idx="145">
                  <c:v>45</c:v>
                </c:pt>
                <c:pt idx="146">
                  <c:v>65</c:v>
                </c:pt>
                <c:pt idx="147">
                  <c:v>95</c:v>
                </c:pt>
                <c:pt idx="148">
                  <c:v>90</c:v>
                </c:pt>
                <c:pt idx="149">
                  <c:v>100</c:v>
                </c:pt>
              </c:numCache>
            </c:numRef>
          </c:yVal>
        </c:ser>
        <c:ser>
          <c:idx val="1"/>
          <c:order val="1"/>
          <c:tx>
            <c:v>Onix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B23C50"/>
              </a:solidFill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725">
                        <a:solidFill>
                          <a:srgbClr val="B23C50"/>
                        </a:solidFill>
                        <a:latin typeface="Ubuntu Condensed"/>
                        <a:ea typeface="Ubuntu Condensed"/>
                        <a:cs typeface="Ubuntu Condensed"/>
                      </a:rPr>
                      <a:t>Onix · 45 / 160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725">
                      <a:solidFill>
                        <a:srgbClr val="B23C50"/>
                      </a:solidFill>
                      <a:latin typeface="Ubuntu Condensed"/>
                      <a:ea typeface="Ubuntu Condensed"/>
                      <a:cs typeface="Ubuntu Condensed"/>
                    </a:defRPr>
                  </a:pPr>
                </a:p>
              </c:txPr>
              <c:dLblPos val="r"/>
              <c:showVal val="0"/>
            </c:dLbl>
          </c:dLbls>
          <c:xVal>
            <c:numRef>
              <c:f>'Chart Data'!$C$2:$C$2</c:f>
              <c:numCache>
                <c:formatCode>General</c:formatCode>
                <c:ptCount val="1"/>
                <c:pt idx="0">
                  <c:v>45</c:v>
                </c:pt>
              </c:numCache>
            </c:numRef>
          </c:xVal>
          <c:yVal>
            <c:numRef>
              <c:f>'Chart Data'!$D$2:$D$2</c:f>
              <c:numCache>
                <c:formatCode>General</c:formatCode>
                <c:ptCount val="1"/>
                <c:pt idx="0">
                  <c:v>160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Ubuntu Condensed"/>
                  <a:ea typeface="Ubuntu Condensed"/>
                  <a:cs typeface="Ubuntu Condense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AE7E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38332E"/>
                    </a:solidFill>
                    <a:latin typeface="Ubuntu Condensed"/>
                    <a:ea typeface="Ubuntu Condensed"/>
                    <a:cs typeface="Ubuntu Condensed"/>
                  </a:rPr>
                  <a:t>Defense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38332E"/>
                  </a:solidFill>
                  <a:latin typeface="Ubuntu Condensed"/>
                  <a:ea typeface="Ubuntu Condensed"/>
                  <a:cs typeface="Ubuntu Condensed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pPr>
          </a:p>
        </c:txPr>
        <c:crossAx val="48650112"/>
        <c:majorUnit val="50"/>
      </c:valAx>
      <c:valAx>
        <c:axId val="48650112"/>
        <c:scaling>
          <c:orientation val="minMax"/>
          <c:max val="2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AE7E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38332E"/>
                    </a:solidFill>
                    <a:latin typeface="Ubuntu Condensed"/>
                    <a:ea typeface="Ubuntu Condensed"/>
                    <a:cs typeface="Ubuntu Condensed"/>
                  </a:rPr>
                  <a:t>Attack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38332E"/>
                  </a:solidFill>
                  <a:latin typeface="Ubuntu Condensed"/>
                  <a:ea typeface="Ubuntu Condensed"/>
                  <a:cs typeface="Ubuntu Condensed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pPr>
          </a:p>
        </c:txPr>
        <c:crossAx val="48672768"/>
        <c:majorUnit val="50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7A1448-4DF0-4492-9813-C22AF931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11353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360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360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rPr>
              <a:t>Which comparison is easier?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4DF19B-337F-4984-A009-0F1D8D91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71550"/>
            <a:ext cx="11315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875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875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rPr>
              <a:t>Same Pokémon. Same Attack values.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17E6FB-8DA1-4573-A9B6-6B3C14CE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865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200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200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rPr>
              <a:t>POKÉMON  /  GENERATION 1 · DEFAULT FORMS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273399-8C4C-41AB-8CAD-F31703BB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200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200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EB8A40-7B4B-4650-A037-BBE1D1C6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B23C50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2025">
                <a:solidFill>
                  <a:srgbClr val="B23C50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2025">
                <a:solidFill>
                  <a:srgbClr val="B23C50"/>
                </a:solidFill>
                <a:latin typeface="Ubuntu Condensed"/>
                <a:ea typeface="Ubuntu Condensed"/>
                <a:cs typeface="Ubuntu Condensed"/>
              </a:rPr>
              <a:t>POSITION + LENGTH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710DA1-A77A-4AF9-BBE9-E5FFE613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5049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B23C50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2025">
                <a:solidFill>
                  <a:srgbClr val="B23C50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2025">
                <a:solidFill>
                  <a:srgbClr val="B23C50"/>
                </a:solidFill>
                <a:latin typeface="Ubuntu Condensed"/>
                <a:ea typeface="Ubuntu Condensed"/>
                <a:cs typeface="Ubuntu Condensed"/>
              </a:rPr>
              <a:t>AREA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CB8DB1DC-432A-4FAC-92A3-8709A7B6F07D}"/>
              </a:ext>
            </a:extLst>
          </p:cNvPr>
          <p:cNvGraphicFramePr/>
          <p:nvPr/>
        </p:nvGraphicFramePr>
        <p:xfrm>
          <a:off xmlns:a="http://schemas.openxmlformats.org/drawingml/2006/main" x="238125" y="2019300"/>
          <a:ext xmlns:a="http://schemas.openxmlformats.org/drawingml/2006/main" cx="5715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50a1d34de6b4638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C739B3-BF02-4EAE-912D-B7543657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8100" y="2651350"/>
            <a:ext cx="793300" cy="793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8A3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B00BEF-4D36-4D2F-A8E4-F815B44B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51132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65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 algn="ctr">
              <a:defRPr sz="165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65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rPr>
              <a:t>Pikachu · 55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7E7D66-7FDB-474F-8E74-56071A9D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436" y="2438186"/>
            <a:ext cx="1219629" cy="12196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8A3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C18C8C-774A-4A9A-A939-FC7977D2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724489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65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 algn="ctr">
              <a:defRPr sz="165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65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rPr>
              <a:t>Machamp · 130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4A389F-093D-4FC5-B88E-93D88207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2546" y="2616796"/>
            <a:ext cx="862408" cy="8624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8A3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8E9E6A-40BF-4AA9-81C4-387C46D8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545879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65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 algn="ctr">
              <a:defRPr sz="165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65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rPr>
              <a:t>Gengar · 65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DB781F-4226-406F-8997-D8CBD960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1052" y="4249177"/>
            <a:ext cx="1121895" cy="11218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8A3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74412F-AF0B-4EE3-9598-810F0889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437748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65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 algn="ctr">
              <a:defRPr sz="165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65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rPr>
              <a:t>Snorlax · 110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0EA931-4144-4BC6-A988-D4A16CA8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19100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8A3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2649A9-AAE9-402D-A7DB-6ECCE8BC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49592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65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 algn="ctr">
              <a:defRPr sz="165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65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rPr>
              <a:t>Dragonite · 134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6EAA51-BECB-4223-B20A-B63A2F4B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500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500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rPr>
              <a:t>5 selected species · base Attack</a:t>
            </a:r>
          </a:p>
        </p:txBody>
      </p:sp>
    </p:spTree>
    <p:extLst>
      <p:ext uri="{BB962C8B-B14F-4D97-AF65-F5344CB8AC3E}">
        <p14:creationId xmlns:p14="http://schemas.microsoft.com/office/powerpoint/2010/main" val="11095080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0A7F0B-07E7-466C-8579-0CFFF920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11353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360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360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rPr>
              <a:t>What catches your eye first?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C8EF7F-96FF-4FFD-8232-2567077F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71550"/>
            <a:ext cx="11315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875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875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rPr>
              <a:t>Color everything — or direct attention?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0C5D5D-3884-4977-A375-E14B6005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865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200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200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rPr>
              <a:t>POKÉMON  /  GENERATION 1 · DEFAULT FORMS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F4EF7D-1EC6-40FF-9C77-B14D26EB0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200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200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D09890-9997-48D6-B7F9-CF3C1BE1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14475"/>
            <a:ext cx="523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2025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2025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rPr>
              <a:t>ALL TYPES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2AC4AA-648B-4E4F-94D2-6186D2E2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514475"/>
            <a:ext cx="523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C18A34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2025">
                <a:solidFill>
                  <a:srgbClr val="C18A34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2025">
                <a:solidFill>
                  <a:srgbClr val="C18A34"/>
                </a:solidFill>
                <a:latin typeface="Ubuntu Condensed"/>
                <a:ea typeface="Ubuntu Condensed"/>
                <a:cs typeface="Ubuntu Condensed"/>
              </a:rPr>
              <a:t>ELECTRIC IN FOCUS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D8F02ADC-6550-4D4A-856D-B2BB3A337211}"/>
              </a:ext>
            </a:extLst>
          </p:cNvPr>
          <p:cNvGraphicFramePr/>
          <p:nvPr/>
        </p:nvGraphicFramePr>
        <p:xfrm>
          <a:off xmlns:a="http://schemas.openxmlformats.org/drawingml/2006/main" x="285750" y="2000250"/>
          <a:ext xmlns:a="http://schemas.openxmlformats.org/drawingml/2006/main" cx="5524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e6a53dc916e4680"/>
          </a:graphicData>
        </a:graphic>
      </p:graphicFrame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A48D2865-C14B-410E-A30D-EA6180C9AD7B}"/>
              </a:ext>
            </a:extLst>
          </p:cNvPr>
          <p:cNvGraphicFramePr/>
          <p:nvPr/>
        </p:nvGraphicFramePr>
        <p:xfrm>
          <a:off xmlns:a="http://schemas.openxmlformats.org/drawingml/2006/main" x="6381750" y="2000250"/>
          <a:ext xmlns:a="http://schemas.openxmlformats.org/drawingml/2006/main" cx="5524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aacd9fdcd444dce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27F6ED-65E1-47CB-B8C3-888D303AA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0769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DCD8D0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650">
                <a:solidFill>
                  <a:srgbClr val="DCD8D0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650">
                <a:solidFill>
                  <a:srgbClr val="DCD8D0"/>
                </a:solidFill>
                <a:latin typeface="Ubuntu Condensed"/>
                <a:ea typeface="Ubuntu Condensed"/>
                <a:cs typeface="Ubuntu Condensed"/>
              </a:rPr>
              <a:t>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DEECAC-509F-4A99-9353-8F9B291A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607695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65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65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rPr>
              <a:t>Other types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298172-3AF9-4C5D-8B11-368437D5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0769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C18A34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650">
                <a:solidFill>
                  <a:srgbClr val="C18A34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650">
                <a:solidFill>
                  <a:srgbClr val="C18A34"/>
                </a:solidFill>
                <a:latin typeface="Ubuntu Condensed"/>
                <a:ea typeface="Ubuntu Condensed"/>
                <a:cs typeface="Ubuntu Condensed"/>
              </a:rPr>
              <a:t>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DDD317-BD2C-4B57-B1D8-04BF4E78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607695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65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65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rPr>
              <a:t>Electric</a:t>
            </a:r>
          </a:p>
        </p:txBody>
      </p:sp>
    </p:spTree>
    <p:extLst>
      <p:ext uri="{BB962C8B-B14F-4D97-AF65-F5344CB8AC3E}">
        <p14:creationId xmlns:p14="http://schemas.microsoft.com/office/powerpoint/2010/main" val="16393537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451A991-8A8D-4B90-B9A4-7E2CA149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11353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360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360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rPr>
              <a:t>Color needs a job.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28D0E7-D664-414D-A817-54683533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71550"/>
            <a:ext cx="11315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875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875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rPr>
              <a:t>Different kinds of data need different color logic.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6E1168-8960-4D10-B5A6-DAE31FBB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865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200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200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rPr>
              <a:t>POKÉMON  /  GENERATION 1 · DEFAULT FORMS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F84625-C6DA-480D-AD2D-6A92ACC2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200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200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F6BF91-9D0D-4091-A7FD-73124321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3352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2175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2175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rPr>
              <a:t>TYPE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E7C7B8FE-8AA8-48F3-9E9F-CEE4E0610099}"/>
              </a:ext>
            </a:extLst>
          </p:cNvPr>
          <p:cNvGraphicFramePr/>
          <p:nvPr/>
        </p:nvGraphicFramePr>
        <p:xfrm>
          <a:off xmlns:a="http://schemas.openxmlformats.org/drawingml/2006/main" x="209550" y="2057400"/>
          <a:ext xmlns:a="http://schemas.openxmlformats.org/drawingml/2006/main" cx="39052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be519d4916e4f23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3DF74A-6E4E-48D4-B51E-6CBB5161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6732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457985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425">
                <a:solidFill>
                  <a:srgbClr val="457985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425">
                <a:solidFill>
                  <a:srgbClr val="457985"/>
                </a:solidFill>
                <a:latin typeface="Ubuntu Condensed"/>
                <a:ea typeface="Ubuntu Condensed"/>
                <a:cs typeface="Ubuntu Condensed"/>
              </a:rPr>
              <a:t>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C3DACA-96FD-46A3-B19F-FB11D4A2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67325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425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425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rPr>
              <a:t>Water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1ABE82-D3B7-4B94-A6C3-A16A0F94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864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B23C50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425">
                <a:solidFill>
                  <a:srgbClr val="B23C50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425">
                <a:solidFill>
                  <a:srgbClr val="B23C50"/>
                </a:solidFill>
                <a:latin typeface="Ubuntu Condensed"/>
                <a:ea typeface="Ubuntu Condensed"/>
                <a:cs typeface="Ubuntu Condensed"/>
              </a:rPr>
              <a:t>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743E2A-246D-4139-B0EC-94F4F016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86400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425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425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rPr>
              <a:t>Fire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6C7DC8-1EE4-44DE-87D6-2CFB7F7A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54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647545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425">
                <a:solidFill>
                  <a:srgbClr val="647545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425">
                <a:solidFill>
                  <a:srgbClr val="647545"/>
                </a:solidFill>
                <a:latin typeface="Ubuntu Condensed"/>
                <a:ea typeface="Ubuntu Condensed"/>
                <a:cs typeface="Ubuntu Condensed"/>
              </a:rPr>
              <a:t>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631B21-8792-48BB-B52B-1D82200A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05475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425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425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rPr>
              <a:t>Grass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AEA8E6-80D9-4B69-A5D9-14740B10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245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C18A34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425">
                <a:solidFill>
                  <a:srgbClr val="C18A34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425">
                <a:solidFill>
                  <a:srgbClr val="C18A34"/>
                </a:solidFill>
                <a:latin typeface="Ubuntu Condensed"/>
                <a:ea typeface="Ubuntu Condensed"/>
                <a:cs typeface="Ubuntu Condensed"/>
              </a:rPr>
              <a:t>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43F9B5-7A97-42D1-A6B1-D6448B75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24550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425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425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rPr>
              <a:t>Electric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FE007E-5497-4EE4-BE0C-A94A7701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4362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DCD8D0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425">
                <a:solidFill>
                  <a:srgbClr val="DCD8D0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425">
                <a:solidFill>
                  <a:srgbClr val="DCD8D0"/>
                </a:solidFill>
                <a:latin typeface="Ubuntu Condensed"/>
                <a:ea typeface="Ubuntu Condensed"/>
                <a:cs typeface="Ubuntu Condensed"/>
              </a:rPr>
              <a:t>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07C95E-1587-46E1-B1A1-E48F7FBD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43625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425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425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rPr>
              <a:t>Other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4D2768-3EEA-4A44-9E20-07D76A31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3352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2175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2175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rPr>
              <a:t>WEIGHT</a:t>
            </a:r>
          </a:p>
        </p:txBody>
      </p:sp>
      <p:graphicFrame>
        <p:nvGraphicFramePr>
          <p:cNvPr id="18" name="Chart">
            <a:extLst xmlns:a="http://schemas.openxmlformats.org/drawingml/2006/main">
              <a:ext uri="{FF2B5EF4-FFF2-40B4-BE49-F238E27FC236}">
                <a16:creationId xmlns:a16="http://schemas.microsoft.com/office/drawing/2014/main" id="{94701448-F4CF-4760-8C86-ED960EF0F125}"/>
              </a:ext>
            </a:extLst>
          </p:cNvPr>
          <p:cNvGraphicFramePr/>
          <p:nvPr/>
        </p:nvGraphicFramePr>
        <p:xfrm>
          <a:off xmlns:a="http://schemas.openxmlformats.org/drawingml/2006/main" x="4229100" y="2057400"/>
          <a:ext xmlns:a="http://schemas.openxmlformats.org/drawingml/2006/main" cx="39052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13b2c1f2d374361"/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F0BAAD-F2EA-4837-9AB5-CD8C8A66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26732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E3D9EC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425">
                <a:solidFill>
                  <a:srgbClr val="E3D9EC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425">
                <a:solidFill>
                  <a:srgbClr val="E3D9EC"/>
                </a:solidFill>
                <a:latin typeface="Ubuntu Condensed"/>
                <a:ea typeface="Ubuntu Condensed"/>
                <a:cs typeface="Ubuntu Condensed"/>
              </a:rPr>
              <a:t>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CCA68B-AC17-4FCD-B5B7-2BBF744C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267325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425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425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rPr>
              <a:t>0–&lt;10 kg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7F51E3-7384-4416-A07D-6ED13A23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4864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BDA3CF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425">
                <a:solidFill>
                  <a:srgbClr val="BDA3CF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425">
                <a:solidFill>
                  <a:srgbClr val="BDA3CF"/>
                </a:solidFill>
                <a:latin typeface="Ubuntu Condensed"/>
                <a:ea typeface="Ubuntu Condensed"/>
                <a:cs typeface="Ubuntu Condensed"/>
              </a:rPr>
              <a:t>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6404D1-B780-4E3E-A192-51838016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486400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425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425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rPr>
              <a:t>10–&lt;30 kg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F3D3B9-B88A-424E-AA36-167BA63B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7054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9476AF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425">
                <a:solidFill>
                  <a:srgbClr val="9476AF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425">
                <a:solidFill>
                  <a:srgbClr val="9476AF"/>
                </a:solidFill>
                <a:latin typeface="Ubuntu Condensed"/>
                <a:ea typeface="Ubuntu Condensed"/>
                <a:cs typeface="Ubuntu Condensed"/>
              </a:rPr>
              <a:t>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8118E1-41DE-49A2-BC50-98C4265F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705475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425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425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rPr>
              <a:t>30–&lt;70 kg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809E31-447B-4325-93A1-37669A3A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9245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70538B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425">
                <a:solidFill>
                  <a:srgbClr val="70538B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425">
                <a:solidFill>
                  <a:srgbClr val="70538B"/>
                </a:solidFill>
                <a:latin typeface="Ubuntu Condensed"/>
                <a:ea typeface="Ubuntu Condensed"/>
                <a:cs typeface="Ubuntu Condensed"/>
              </a:rPr>
              <a:t>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2FE69B-4E7B-4789-9F54-AE6CFF79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924550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425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425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rPr>
              <a:t>70–&lt;150 kg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F73BB8-098D-4D65-B225-CD8BB363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614362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49305F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425">
                <a:solidFill>
                  <a:srgbClr val="49305F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425">
                <a:solidFill>
                  <a:srgbClr val="49305F"/>
                </a:solidFill>
                <a:latin typeface="Ubuntu Condensed"/>
                <a:ea typeface="Ubuntu Condensed"/>
                <a:cs typeface="Ubuntu Condensed"/>
              </a:rPr>
              <a:t>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786AB4-6225-4312-9BDC-0DFAADDA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143625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425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425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rPr>
              <a:t>150+ kg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5DA48E-9F7A-4B1A-916A-E3409B73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53352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2175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2175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rPr>
              <a:t>DEFENSE − ATTACK</a:t>
            </a:r>
          </a:p>
        </p:txBody>
      </p:sp>
      <p:graphicFrame>
        <p:nvGraphicFramePr>
          <p:cNvPr id="30" name="Chart">
            <a:extLst xmlns:a="http://schemas.openxmlformats.org/drawingml/2006/main">
              <a:ext uri="{FF2B5EF4-FFF2-40B4-BE49-F238E27FC236}">
                <a16:creationId xmlns:a16="http://schemas.microsoft.com/office/drawing/2014/main" id="{60989C43-CE42-4D3D-8BFB-795EEB5DF2AB}"/>
              </a:ext>
            </a:extLst>
          </p:cNvPr>
          <p:cNvGraphicFramePr/>
          <p:nvPr/>
        </p:nvGraphicFramePr>
        <p:xfrm>
          <a:off xmlns:a="http://schemas.openxmlformats.org/drawingml/2006/main" x="8248650" y="2057400"/>
          <a:ext xmlns:a="http://schemas.openxmlformats.org/drawingml/2006/main" cx="39052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7082f913ebc44dc"/>
          </a:graphicData>
        </a:graphic>
      </p:graphicFrame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348CD6-1F85-410A-9CF8-CF76626B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26732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AD3D50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425">
                <a:solidFill>
                  <a:srgbClr val="AD3D50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425">
                <a:solidFill>
                  <a:srgbClr val="AD3D50"/>
                </a:solidFill>
                <a:latin typeface="Ubuntu Condensed"/>
                <a:ea typeface="Ubuntu Condensed"/>
                <a:cs typeface="Ubuntu Condensed"/>
              </a:rPr>
              <a:t>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4020E5-1AEC-4B18-9E54-30F55C9E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67325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425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425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rPr>
              <a:t>≤−41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DFC58F-1978-4C1F-BD09-AA210AFF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4864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D6878E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425">
                <a:solidFill>
                  <a:srgbClr val="D6878E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425">
                <a:solidFill>
                  <a:srgbClr val="D6878E"/>
                </a:solidFill>
                <a:latin typeface="Ubuntu Condensed"/>
                <a:ea typeface="Ubuntu Condensed"/>
                <a:cs typeface="Ubuntu Condensed"/>
              </a:rPr>
              <a:t>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F633BD-C64C-4108-805F-B5F60E53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486400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425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425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rPr>
              <a:t>−40…−11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DBD760-074B-449F-AA32-5043E2FE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7054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B9B0BD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425">
                <a:solidFill>
                  <a:srgbClr val="B9B0BD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425">
                <a:solidFill>
                  <a:srgbClr val="B9B0BD"/>
                </a:solidFill>
                <a:latin typeface="Ubuntu Condensed"/>
                <a:ea typeface="Ubuntu Condensed"/>
                <a:cs typeface="Ubuntu Condensed"/>
              </a:rPr>
              <a:t>●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21C4AC-0866-4305-85BA-A03C2943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705475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425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425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rPr>
              <a:t>−10…10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14E766E-53D4-41D7-84D2-59566221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9245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81AAB1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425">
                <a:solidFill>
                  <a:srgbClr val="81AAB1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425">
                <a:solidFill>
                  <a:srgbClr val="81AAB1"/>
                </a:solidFill>
                <a:latin typeface="Ubuntu Condensed"/>
                <a:ea typeface="Ubuntu Condensed"/>
                <a:cs typeface="Ubuntu Condensed"/>
              </a:rPr>
              <a:t>●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A788039-386B-45DE-B0F5-1A08A4C2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924550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425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425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rPr>
              <a:t>11…40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9B677F5-FCF4-44E5-BF0C-6AA61B9B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614362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326C7A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425">
                <a:solidFill>
                  <a:srgbClr val="326C7A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425">
                <a:solidFill>
                  <a:srgbClr val="326C7A"/>
                </a:solidFill>
                <a:latin typeface="Ubuntu Condensed"/>
                <a:ea typeface="Ubuntu Condensed"/>
                <a:cs typeface="Ubuntu Condensed"/>
              </a:rPr>
              <a:t>●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D48AC6A-74B8-437E-9AF9-9D0DA629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6143625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425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425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rPr>
              <a:t>≥41</a:t>
            </a:r>
          </a:p>
        </p:txBody>
      </p:sp>
    </p:spTree>
    <p:extLst>
      <p:ext uri="{BB962C8B-B14F-4D97-AF65-F5344CB8AC3E}">
        <p14:creationId xmlns:p14="http://schemas.microsoft.com/office/powerpoint/2010/main" val="12277966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8564DF-2324-42F7-9578-AB79C71C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11353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360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360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rPr>
              <a:t>Layout creates relationships.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6E5204-555B-4C27-B1E0-DF331964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71550"/>
            <a:ext cx="11315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875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875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rPr>
              <a:t>Same values. Different alignment.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44FCD3-5A68-4CD0-B88C-C890DA0A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865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200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200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rPr>
              <a:t>POKÉMON  /  GENERATION 1 · DEFAULT FORMS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9409AF-D95F-4E4A-B057-EEF433FB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200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200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4EC736-7617-489B-9D8C-64F62C12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533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2025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2025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rPr>
              <a:t>SCATTERED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9E58AB-4B69-4636-9ED9-DC27C18A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76375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B23C50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2025">
                <a:solidFill>
                  <a:srgbClr val="B23C50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2025">
                <a:solidFill>
                  <a:srgbClr val="B23C50"/>
                </a:solidFill>
                <a:latin typeface="Ubuntu Condensed"/>
                <a:ea typeface="Ubuntu Condensed"/>
                <a:cs typeface="Ubuntu Condensed"/>
              </a:rPr>
              <a:t>ALIGNED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7C3533-3A0A-482E-9C8F-36A9BF45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335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>
                <a:solidFill>
                  <a:srgbClr val="B23C50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800">
                <a:solidFill>
                  <a:srgbClr val="B23C50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800">
                <a:solidFill>
                  <a:srgbClr val="B23C50"/>
                </a:solidFill>
                <a:latin typeface="Ubuntu Condensed"/>
                <a:ea typeface="Ubuntu Condensed"/>
                <a:cs typeface="Ubuntu Condensed"/>
              </a:rPr>
              <a:t>Attack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E1B62B2E-CA34-444F-A4C4-F2C706980104}"/>
              </a:ext>
            </a:extLst>
          </p:cNvPr>
          <p:cNvGraphicFramePr/>
          <p:nvPr/>
        </p:nvGraphicFramePr>
        <p:xfrm>
          <a:off xmlns:a="http://schemas.openxmlformats.org/drawingml/2006/main" x="285750" y="2276475"/>
          <a:ext xmlns:a="http://schemas.openxmlformats.org/drawingml/2006/main" cx="4286250" cy="1524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96ef116bb8143a7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7964CD-D233-4313-BAD8-9F5C730F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005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>
                <a:solidFill>
                  <a:srgbClr val="457985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800">
                <a:solidFill>
                  <a:srgbClr val="457985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800">
                <a:solidFill>
                  <a:srgbClr val="457985"/>
                </a:solidFill>
                <a:latin typeface="Ubuntu Condensed"/>
                <a:ea typeface="Ubuntu Condensed"/>
                <a:cs typeface="Ubuntu Condensed"/>
              </a:rPr>
              <a:t>Defense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57DDF772-3151-4B6A-85EB-F15340FFC3DF}"/>
              </a:ext>
            </a:extLst>
          </p:cNvPr>
          <p:cNvGraphicFramePr/>
          <p:nvPr/>
        </p:nvGraphicFramePr>
        <p:xfrm>
          <a:off xmlns:a="http://schemas.openxmlformats.org/drawingml/2006/main" x="1562100" y="4343400"/>
          <a:ext xmlns:a="http://schemas.openxmlformats.org/drawingml/2006/main" cx="4286250" cy="1524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7efb1abb47b4d6b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6D8A1E-18FA-45C3-96BB-149165E9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335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>
                <a:solidFill>
                  <a:srgbClr val="B23C50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800">
                <a:solidFill>
                  <a:srgbClr val="B23C50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800">
                <a:solidFill>
                  <a:srgbClr val="B23C50"/>
                </a:solidFill>
                <a:latin typeface="Ubuntu Condensed"/>
                <a:ea typeface="Ubuntu Condensed"/>
                <a:cs typeface="Ubuntu Condensed"/>
              </a:rPr>
              <a:t>Attack</a:t>
            </a:r>
          </a:p>
        </p:txBody>
      </p:sp>
      <p:graphicFrame>
        <p:nvGraphicFramePr>
          <p:cNvPr id="12" name="Chart">
            <a:extLst xmlns:a="http://schemas.openxmlformats.org/drawingml/2006/main">
              <a:ext uri="{FF2B5EF4-FFF2-40B4-BE49-F238E27FC236}">
                <a16:creationId xmlns:a16="http://schemas.microsoft.com/office/drawing/2014/main" id="{FEAB5E2E-11D7-4AF8-83FC-105D22DFF2FF}"/>
              </a:ext>
            </a:extLst>
          </p:cNvPr>
          <p:cNvGraphicFramePr/>
          <p:nvPr/>
        </p:nvGraphicFramePr>
        <p:xfrm>
          <a:off xmlns:a="http://schemas.openxmlformats.org/drawingml/2006/main" x="6477000" y="2276475"/>
          <a:ext xmlns:a="http://schemas.openxmlformats.org/drawingml/2006/main" cx="5238750" cy="1524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ae56fe368634bcf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87363A-CC07-479B-B8D1-0DC7B3CC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>
                <a:solidFill>
                  <a:srgbClr val="457985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800">
                <a:solidFill>
                  <a:srgbClr val="457985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800">
                <a:solidFill>
                  <a:srgbClr val="457985"/>
                </a:solidFill>
                <a:latin typeface="Ubuntu Condensed"/>
                <a:ea typeface="Ubuntu Condensed"/>
                <a:cs typeface="Ubuntu Condensed"/>
              </a:rPr>
              <a:t>Defense</a:t>
            </a:r>
          </a:p>
        </p:txBody>
      </p:sp>
      <p:graphicFrame>
        <p:nvGraphicFramePr>
          <p:cNvPr id="14" name="Chart">
            <a:extLst xmlns:a="http://schemas.openxmlformats.org/drawingml/2006/main">
              <a:ext uri="{FF2B5EF4-FFF2-40B4-BE49-F238E27FC236}">
                <a16:creationId xmlns:a16="http://schemas.microsoft.com/office/drawing/2014/main" id="{43E570EC-2FC2-45DB-AF2D-B82E1258609C}"/>
              </a:ext>
            </a:extLst>
          </p:cNvPr>
          <p:cNvGraphicFramePr/>
          <p:nvPr/>
        </p:nvGraphicFramePr>
        <p:xfrm>
          <a:off xmlns:a="http://schemas.openxmlformats.org/drawingml/2006/main" x="6477000" y="4343400"/>
          <a:ext xmlns:a="http://schemas.openxmlformats.org/drawingml/2006/main" cx="5238750" cy="1524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e570b76eb044f44"/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6DBEC2-EC00-4CE5-BCC3-689D1359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055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500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500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rPr>
              <a:t>Mean base stats · primary type · rounded to whole numbers</a:t>
            </a:r>
          </a:p>
        </p:txBody>
      </p:sp>
    </p:spTree>
    <p:extLst>
      <p:ext uri="{BB962C8B-B14F-4D97-AF65-F5344CB8AC3E}">
        <p14:creationId xmlns:p14="http://schemas.microsoft.com/office/powerpoint/2010/main" val="16003724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6F72C8-241F-401F-BAE5-349ADA05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11353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360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360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rPr>
              <a:t>What does one mark represent?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342DAD-7088-4C6B-9FCC-E8E466BE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71550"/>
            <a:ext cx="11315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875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875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rPr>
              <a:t>Aggregation changes the story.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AB5C1E-C73F-4F6A-A33C-8D59BED7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865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200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200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rPr>
              <a:t>POKÉMON  /  GENERATION 1 · DEFAULT FORMS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3B291B-B78E-4DEA-B428-94E37D6F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200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200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CEE583-292D-4842-85BA-3370ABFF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14475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210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210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rPr>
              <a:t>1 MARK = 1 POKÉMON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BE7CB6-4ECB-488A-A89B-4F868522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14475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210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210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rPr>
              <a:t>1 MARK = 1 TYPE MEAN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DDEEC741-D584-4129-BB21-56D66FB70198}"/>
              </a:ext>
            </a:extLst>
          </p:cNvPr>
          <p:cNvGraphicFramePr/>
          <p:nvPr/>
        </p:nvGraphicFramePr>
        <p:xfrm>
          <a:off xmlns:a="http://schemas.openxmlformats.org/drawingml/2006/main" x="285750" y="2019300"/>
          <a:ext xmlns:a="http://schemas.openxmlformats.org/drawingml/2006/main" cx="5524500" cy="3952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418f4df52eb4f63"/>
          </a:graphicData>
        </a:graphic>
      </p:graphicFrame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6AC78674-E4E8-4A64-9BB9-2776ED0E2A63}"/>
              </a:ext>
            </a:extLst>
          </p:cNvPr>
          <p:cNvGraphicFramePr/>
          <p:nvPr/>
        </p:nvGraphicFramePr>
        <p:xfrm>
          <a:off xmlns:a="http://schemas.openxmlformats.org/drawingml/2006/main" x="6381750" y="2019300"/>
          <a:ext xmlns:a="http://schemas.openxmlformats.org/drawingml/2006/main" cx="5524500" cy="3952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71591a565a743b3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DAF04C-9032-4437-A461-1D0A34BB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0552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457985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650">
                <a:solidFill>
                  <a:srgbClr val="457985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650">
                <a:solidFill>
                  <a:srgbClr val="457985"/>
                </a:solidFill>
                <a:latin typeface="Ubuntu Condensed"/>
                <a:ea typeface="Ubuntu Condensed"/>
                <a:cs typeface="Ubuntu Condensed"/>
              </a:rPr>
              <a:t>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92DA14-9883-4878-8610-85E412F84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05525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65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65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rPr>
              <a:t>Water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F85C40-6B57-4EE1-B0B2-99335B82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610552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B23C50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650">
                <a:solidFill>
                  <a:srgbClr val="B23C50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650">
                <a:solidFill>
                  <a:srgbClr val="B23C50"/>
                </a:solidFill>
                <a:latin typeface="Ubuntu Condensed"/>
                <a:ea typeface="Ubuntu Condensed"/>
                <a:cs typeface="Ubuntu Condensed"/>
              </a:rPr>
              <a:t>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CA12B8-B563-4DB5-9290-302EA5D0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6105525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65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65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rPr>
              <a:t>Fire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A0F280-4953-462F-A356-DCCA7183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10552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647545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650">
                <a:solidFill>
                  <a:srgbClr val="647545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650">
                <a:solidFill>
                  <a:srgbClr val="647545"/>
                </a:solidFill>
                <a:latin typeface="Ubuntu Condensed"/>
                <a:ea typeface="Ubuntu Condensed"/>
                <a:cs typeface="Ubuntu Condensed"/>
              </a:rPr>
              <a:t>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B10702-1ECA-4ECD-8902-88FDAD6E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6105525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65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65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rPr>
              <a:t>Grass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F33C72-8A12-421D-8E19-671F702A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610552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C18A34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650">
                <a:solidFill>
                  <a:srgbClr val="C18A34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650">
                <a:solidFill>
                  <a:srgbClr val="C18A34"/>
                </a:solidFill>
                <a:latin typeface="Ubuntu Condensed"/>
                <a:ea typeface="Ubuntu Condensed"/>
                <a:cs typeface="Ubuntu Condensed"/>
              </a:rPr>
              <a:t>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92D22D-C5A0-404B-B3F3-12ECDA6A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105525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65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65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rPr>
              <a:t>Electric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1AB49A-D7FA-4A7D-AC25-833CF169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610552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805773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650">
                <a:solidFill>
                  <a:srgbClr val="805773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650">
                <a:solidFill>
                  <a:srgbClr val="805773"/>
                </a:solidFill>
                <a:latin typeface="Ubuntu Condensed"/>
                <a:ea typeface="Ubuntu Condensed"/>
                <a:cs typeface="Ubuntu Condensed"/>
              </a:rPr>
              <a:t>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57DA0C-4904-4D93-BE4D-6B4A3F1D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105525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65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65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rPr>
              <a:t>Normal</a:t>
            </a:r>
          </a:p>
        </p:txBody>
      </p:sp>
    </p:spTree>
    <p:extLst>
      <p:ext uri="{BB962C8B-B14F-4D97-AF65-F5344CB8AC3E}">
        <p14:creationId xmlns:p14="http://schemas.microsoft.com/office/powerpoint/2010/main" val="9078075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EE2BC0-3F57-49E6-813F-C4B74461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11353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360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360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rPr>
              <a:t>Help the reader find the point.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A7F506-5EF7-420D-8D3C-DA074874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71550"/>
            <a:ext cx="11315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875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875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rPr>
              <a:t>A title is a chance to say something.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674578-458C-4B48-B287-DAC226DE2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865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200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200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rPr>
              <a:t>POKÉMON  /  GENERATION 1 · DEFAULT FORMS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23962E-280B-4C37-9855-EA967B13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200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200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B4E699-C7E7-4A14-99CD-73698E22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542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2325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2325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rPr>
              <a:t>Pokémon stats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4D7E1B-D1D5-4180-8716-BF367772D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24000"/>
            <a:ext cx="5381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>
                <a:solidFill>
                  <a:srgbClr val="B23C50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2325">
                <a:solidFill>
                  <a:srgbClr val="B23C50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2325">
                <a:solidFill>
                  <a:srgbClr val="B23C50"/>
                </a:solidFill>
                <a:latin typeface="Ubuntu Condensed"/>
                <a:ea typeface="Ubuntu Condensed"/>
                <a:cs typeface="Ubuntu Condensed"/>
              </a:rPr>
              <a:t>Onix: high Defense, low Attack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677FA2EA-1982-4B56-92E9-8104FE75F867}"/>
              </a:ext>
            </a:extLst>
          </p:cNvPr>
          <p:cNvGraphicFramePr/>
          <p:nvPr/>
        </p:nvGraphicFramePr>
        <p:xfrm>
          <a:off xmlns:a="http://schemas.openxmlformats.org/drawingml/2006/main" x="285750" y="2133600"/>
          <a:ext xmlns:a="http://schemas.openxmlformats.org/drawingml/2006/main" cx="55245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e121577cd1f4d7b"/>
          </a:graphicData>
        </a:graphic>
      </p:graphicFrame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875C7AB1-F565-49A8-95E3-E6F9E98C7EEA}"/>
              </a:ext>
            </a:extLst>
          </p:cNvPr>
          <p:cNvGraphicFramePr/>
          <p:nvPr/>
        </p:nvGraphicFramePr>
        <p:xfrm>
          <a:off xmlns:a="http://schemas.openxmlformats.org/drawingml/2006/main" x="6381750" y="2133600"/>
          <a:ext xmlns:a="http://schemas.openxmlformats.org/drawingml/2006/main" cx="55245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e4cb2451bbc41d6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783730-BDA0-487E-88C6-3E446BFC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1150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650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650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rPr>
              <a:t>ONE CLEAR CLAIM. ONE USEFUL LABEL.</a:t>
            </a:r>
          </a:p>
        </p:txBody>
      </p:sp>
    </p:spTree>
    <p:extLst>
      <p:ext uri="{BB962C8B-B14F-4D97-AF65-F5344CB8AC3E}">
        <p14:creationId xmlns:p14="http://schemas.microsoft.com/office/powerpoint/2010/main" val="6792556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Ubuntu Condensed"/>
        <a:ea typeface=""/>
        <a:cs typeface=""/>
      </a:majorFont>
      <a:minorFont>
        <a:latin typeface="Ubuntu Condensed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2026-10-15T14:22:57.9030000Z</dcterms:created>
  <dcterms:modified xsi:type="dcterms:W3CDTF">2026-10-15T14:22:57.9030000Z</dcterms:modified>
</coreProperties>
</file>