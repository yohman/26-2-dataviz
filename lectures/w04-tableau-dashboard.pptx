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6.xml" ContentType="application/vnd.openxmlformats-officedocument.drawingml.chart+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b796ab00e454872" /><Relationship Type="http://schemas.openxmlformats.org/officeDocument/2006/relationships/extended-properties" Target="/docProps/app.xml" Id="R9af64d629d704c71" /><Relationship Type="http://schemas.openxmlformats.org/officeDocument/2006/relationships/officeDocument" Target="/ppt/presentation.xml" Id="Re9a8479608c945cd" /></Relationships>
</file>

<file path=ppt/presentation.xml><?xml version="1.0" encoding="utf-8"?>
<p:presentation xmlns:p="http://schemas.openxmlformats.org/presentationml/2006/main">
  <p:sldMasterIdLst>
    <p:sldMasterId xmlns:r="http://schemas.openxmlformats.org/officeDocument/2006/relationships" id="2147483648" r:id="R6b5ce873ac5f412b"/>
  </p:sldMasterIdLst>
  <p:notesMasterIdLst>
    <p:notesMasterId xmlns:r="http://schemas.openxmlformats.org/officeDocument/2006/relationships" r:id="R55020a8003d94f46"/>
  </p:notesMasterIdLst>
  <p:sldIdLst>
    <p:sldId xmlns:r="http://schemas.openxmlformats.org/officeDocument/2006/relationships" id="256" r:id="R0ad41581167f4baa"/>
    <p:sldId xmlns:r="http://schemas.openxmlformats.org/officeDocument/2006/relationships" id="257" r:id="Rce1e9a9194164481"/>
    <p:sldId xmlns:r="http://schemas.openxmlformats.org/officeDocument/2006/relationships" id="258" r:id="R7a608076e21e4fff"/>
    <p:sldId xmlns:r="http://schemas.openxmlformats.org/officeDocument/2006/relationships" id="259" r:id="R3131e20005cc4ea9"/>
    <p:sldId xmlns:r="http://schemas.openxmlformats.org/officeDocument/2006/relationships" id="260" r:id="R06b32826c5d748a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b37e58239c4b0d" /><Relationship Type="http://schemas.openxmlformats.org/officeDocument/2006/relationships/slideMaster" Target="/ppt/slideMasters/slideMaster1.xml" Id="R6b5ce873ac5f412b" /><Relationship Type="http://schemas.openxmlformats.org/officeDocument/2006/relationships/notesMaster" Target="/ppt/notesMasters/notesMaster1.xml" Id="R55020a8003d94f46" /><Relationship Type="http://schemas.openxmlformats.org/officeDocument/2006/relationships/presProps" Target="/ppt/presProps.xml" Id="R4e8ee582e3024616" /><Relationship Type="http://schemas.openxmlformats.org/officeDocument/2006/relationships/tableStyles" Target="/ppt/tableStyles.xml" Id="R05e4a295ebc74f67" /><Relationship Type="http://schemas.openxmlformats.org/officeDocument/2006/relationships/slide" Target="/ppt/slides/slide1.xml" Id="R0ad41581167f4baa" /><Relationship Type="http://schemas.openxmlformats.org/officeDocument/2006/relationships/slide" Target="/ppt/slides/slide2.xml" Id="Rce1e9a9194164481" /><Relationship Type="http://schemas.openxmlformats.org/officeDocument/2006/relationships/slide" Target="/ppt/slides/slide3.xml" Id="R7a608076e21e4fff" /><Relationship Type="http://schemas.openxmlformats.org/officeDocument/2006/relationships/slide" Target="/ppt/slides/slide4.xml" Id="R3131e20005cc4ea9" /><Relationship Type="http://schemas.openxmlformats.org/officeDocument/2006/relationships/slide" Target="/ppt/slides/slide5.xml" Id="R06b32826c5d748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32f84e05944d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Ubuntu Condensed"/>
        <a:ea typeface=""/>
        <a:cs typeface=""/>
      </a:majorFont>
      <a:minorFont>
        <a:latin typeface="Ubuntu Condensed"/>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a088d973d54693" /><Relationship Type="http://schemas.openxmlformats.org/officeDocument/2006/relationships/notesMaster" Target="/ppt/notesMasters/notesMaster1.xml" Id="R5d5f556e96a94d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70f9b30ea64627" /><Relationship Type="http://schemas.openxmlformats.org/officeDocument/2006/relationships/notesMaster" Target="/ppt/notesMasters/notesMaster1.xml" Id="R52b1044ac9814e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e5a0d470dc492e" /><Relationship Type="http://schemas.openxmlformats.org/officeDocument/2006/relationships/notesMaster" Target="/ppt/notesMasters/notesMaster1.xml" Id="Rfba1884124a24c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fafa5d1701fb4207" /><Relationship Type="http://schemas.openxmlformats.org/officeDocument/2006/relationships/notesMaster" Target="/ppt/notesMasters/notesMaster1.xml" Id="Rb1009e2475a745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9ecd5216274837" /><Relationship Type="http://schemas.openxmlformats.org/officeDocument/2006/relationships/notesMaster" Target="/ppt/notesMasters/notesMaster1.xml" Id="R65d701f4b35c48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dashboard example combines three worksheets from the same hans.csv data source. World is a 2020 snapshot. Life History and GDP History retain 1960-2020. Japan is selected in this illustrated state. Teach selecting India next, then resetting. This is a dashboard design example, not a screenshot of Tableau or a currently interactive slide.</a:t>
            </a:r>
          </a:p>
          <a:p xmlns:a="http://schemas.openxmlformats.org/drawingml/2006/main">
            <a:r>
              <a:t/>
            </a:r>
          </a:p>
          <a:p xmlns:a="http://schemas.openxmlformats.org/drawingml/2006/main">
            <a:r>
              <a:t>Sources: local teaching dataset data/gapminder/hans.csv. Snapshot examples use 2020, histories 1960-2020. The file includes future projections through 2100; do not present these examples as current data. GDP is the field name; its currency/per-capita definition is not established by the supplied CSV. Do not relabel as total GDP or per-capita dollars without verifying metadata. Some Population and region values are missing, so these examples use equal-sized circles and retain unknown regions. Filter out nonpositive GDP and Life Expectancy for the world sheet. Native scatter example uses a linear GDP axis; optionally switch the axis to logarithmic in Tableau.</a:t>
            </a:r>
          </a:p>
          <a:p xmlns:a="http://schemas.openxmlformats.org/drawingml/2006/main">
            <a:r>
              <a:t>https://help.tableau.com/current/pro/desktop/en-us/dashboards_create.htm</a:t>
            </a:r>
          </a:p>
          <a:p xmlns:a="http://schemas.openxmlformats.org/drawingml/2006/main">
            <a:r>
              <a:t>https://help.tableau.com/current/pro/desktop/en-us/filtering_global.htm</a:t>
            </a:r>
          </a:p>
          <a:p xmlns:a="http://schemas.openxmlformats.org/drawingml/2006/main">
            <a:r>
              <a:t>https://help.tableau.com/current/pro/desktop/en-us/actions_filter.htm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Rename worksheets World, Life History and GDP History. World: AVG(GDP) Columns, AVG(Life Expectancy) Rows, Country Detail, region Color, Circle marks, Year discrete filter 2020. Do not put Year on Pages for this dashboard exercise. Use equal circle sizes because Population has missing values. Life History: Year continuous number (convert numeric Year to Dimension first if needed), AVG(Life Expectancy), Country Color, Line marks; restrict years 1960-2020. GDP History: duplicate Life History and replace Life Expectancy with AVG(GDP). Country Color keeps countries separate before the action selects one. The small history previews show Japan after the final dashboard action. Never SUM life expectancy or GDP across years.</a:t>
            </a:r>
          </a:p>
          <a:p xmlns:a="http://schemas.openxmlformats.org/drawingml/2006/main">
            <a:r>
              <a:t/>
            </a:r>
          </a:p>
          <a:p xmlns:a="http://schemas.openxmlformats.org/drawingml/2006/main">
            <a:r>
              <a:t>Sources: local teaching dataset data/gapminder/hans.csv. Snapshot examples use 2020, histories 1960-2020. The file includes future projections through 2100; do not present these examples as current data. GDP is the field name; its currency/per-capita definition is not established by the supplied CSV. Do not relabel as total GDP or per-capita dollars without verifying metadata. Some Population and region values are missing, so these examples use equal-sized circles and retain unknown regions. Filter out nonpositive GDP and Life Expectancy for the world sheet. Native scatter example uses a linear GDP axis; optionally switch the axis to logarithmic in Tableau.</a:t>
            </a:r>
          </a:p>
          <a:p xmlns:a="http://schemas.openxmlformats.org/drawingml/2006/main">
            <a:r>
              <a:t>https://help.tableau.com/current/pro/desktop/en-us/dashboards_create.htm</a:t>
            </a:r>
          </a:p>
          <a:p xmlns:a="http://schemas.openxmlformats.org/drawingml/2006/main">
            <a:r>
              <a:t>https://help.tableau.com/current/pro/desktop/en-us/filtering_global.htm</a:t>
            </a:r>
          </a:p>
          <a:p xmlns:a="http://schemas.openxmlformats.org/drawingml/2006/main">
            <a:r>
              <a:t>https://help.tableau.com/current/pro/desktop/en-us/actions_filter.htm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Dashboard &gt; New Dashboard. Set a fixed size of 1200 by 800 as a beginner-friendly desktop example, not a universal requirement. Use Tiled layout. Add a Horizontal layout container. Place World on the left and a Vertical container on the right. Add Life History and GDP History to the Vertical container. Give World about two thirds of the width. Fit each sheet to its available area and adjust padding; avoid shrinking labels to fit. Add a shared title and one region legend. Optional: show World Year filter as a single-value control, and apply it only to World using Apply to Worksheets &gt; Selected Worksheets. Do not apply the World Year selection to histories. Keep historical range filters local to the history sheets.</a:t>
            </a:r>
          </a:p>
          <a:p xmlns:a="http://schemas.openxmlformats.org/drawingml/2006/main">
            <a:r>
              <a:t/>
            </a:r>
          </a:p>
          <a:p xmlns:a="http://schemas.openxmlformats.org/drawingml/2006/main">
            <a:r>
              <a:t>Sources: local teaching dataset data/gapminder/hans.csv. Snapshot examples use 2020, histories 1960-2020. The file includes future projections through 2100; do not present these examples as current data. GDP is the field name; its currency/per-capita definition is not established by the supplied CSV. Do not relabel as total GDP or per-capita dollars without verifying metadata. Some Population and region values are missing, so these examples use equal-sized circles and retain unknown regions. Filter out nonpositive GDP and Life Expectancy for the world sheet. Native scatter example uses a linear GDP axis; optionally switch the axis to logarithmic in Tableau.</a:t>
            </a:r>
          </a:p>
          <a:p xmlns:a="http://schemas.openxmlformats.org/drawingml/2006/main">
            <a:r>
              <a:t>https://help.tableau.com/current/pro/desktop/en-us/dashboards_create.htm</a:t>
            </a:r>
          </a:p>
          <a:p xmlns:a="http://schemas.openxmlformats.org/drawingml/2006/main">
            <a:r>
              <a:t>https://help.tableau.com/current/pro/desktop/en-us/filtering_global.htm</a:t>
            </a:r>
          </a:p>
          <a:p xmlns:a="http://schemas.openxmlformats.org/drawingml/2006/main">
            <a:r>
              <a:t>https://help.tableau.com/current/pro/desktop/en-us/actions_filter.htm</a:t>
            </a:r>
          </a:p>
          <a:p xmlns:a="http://schemas.openxmlformats.org/drawingml/2006/main">
            <a:r>
              <a:t>Sizing: build in Default, with Device Preview off. In Dashboard pane expand Size, choose Fixed size and Custom 1200x800. Desktop device preview does not itself enlarge the canvas. White area is the dashboard canvas; gray is outside it. Automatic is an optional alternative for filling the available window, preferably with Tiled layout.</a:t>
            </a:r>
          </a:p>
          <a:p xmlns:a="http://schemas.openxmlformats.org/drawingml/2006/main">
            <a:r>
              <a:t>https://help.tableau.com/current/pro/desktop/en-us/dashboards_organize_floatingandtiled.htm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Create a Filter action. Source sheet World. Run action on Select; optionally Single-select only. Target sheets Life History and GDP History. Choose Selected Fields, then map Country to Country using the same data source. Do not use All Fields: it can pass Year=2020 and region along with Country and destroy the time series. Clearing selection: Show all values. If a generated Use as Filter action already exists, edit or remove it rather than leaving a conflicting second action. In this example the top right chart shows Japan and bottom right India, as two successive selection outcomes; the action updates both histories in the actual dashboard. Test Japan, India, then click empty space to clear. Finally publish the dashboard on Tableau Public and check the shared view in a signed-out browser. UI labels may vary by version/language.</a:t>
            </a:r>
          </a:p>
          <a:p xmlns:a="http://schemas.openxmlformats.org/drawingml/2006/main">
            <a:r>
              <a:t/>
            </a:r>
          </a:p>
          <a:p xmlns:a="http://schemas.openxmlformats.org/drawingml/2006/main">
            <a:r>
              <a:t>Sources: local teaching dataset data/gapminder/hans.csv. Snapshot examples use 2020, histories 1960-2020. The file includes future projections through 2100; do not present these examples as current data. GDP is the field name; its currency/per-capita definition is not established by the supplied CSV. Do not relabel as total GDP or per-capita dollars without verifying metadata. Some Population and region values are missing, so these examples use equal-sized circles and retain unknown regions. Filter out nonpositive GDP and Life Expectancy for the world sheet. Native scatter example uses a linear GDP axis; optionally switch the axis to logarithmic in Tableau.</a:t>
            </a:r>
          </a:p>
          <a:p xmlns:a="http://schemas.openxmlformats.org/drawingml/2006/main">
            <a:r>
              <a:t>https://help.tableau.com/current/pro/desktop/en-us/dashboards_create.htm</a:t>
            </a:r>
          </a:p>
          <a:p xmlns:a="http://schemas.openxmlformats.org/drawingml/2006/main">
            <a:r>
              <a:t>https://help.tableau.com/current/pro/desktop/en-us/filtering_global.htm</a:t>
            </a:r>
          </a:p>
          <a:p xmlns:a="http://schemas.openxmlformats.org/drawingml/2006/main">
            <a:r>
              <a:t>https://help.tableau.com/current/pro/desktop/en-us/actions_filter.htm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Create a Highlight action named Highlight country. Source sheet World, Run action on Select. Target sheet World for a scatterplot highlight. Under Target Highlighting choose Selected Fields and check Country only. Country must be part of each target view. If you want to keep all history lines visible but dim the other countries, add Life History and GDP History as targets and disable the separate Filter action on those sheets. If you want only the selected country history, keep the Country filter action from the previous slide and highlight only World. Click Japan, then India. Click empty space to clear. Highlight actions preserve context by dimming other marks; filter actions remove other countries from targets.</a:t>
            </a:r>
          </a:p>
          <a:p xmlns:a="http://schemas.openxmlformats.org/drawingml/2006/main">
            <a:r>
              <a:t>https://help.tableau.com/current/pro/desktop/en-us/actions_highlight_advanced.htm</a:t>
            </a:r>
          </a:p>
          <a:p xmlns:a="http://schemas.openxmlformats.org/drawingml/2006/main">
            <a:r>
              <a:t/>
            </a:r>
          </a:p>
          <a:p xmlns:a="http://schemas.openxmlformats.org/drawingml/2006/main">
            <a:r>
              <a:t>Sources: local teaching dataset data/gapminder/hans.csv. Snapshot examples use 2020, histories 1960-2020. The file includes future projections through 2100; do not present these examples as current data. GDP is the field name; its currency/per-capita definition is not established by the supplied CSV. Do not relabel as total GDP or per-capita dollars without verifying metadata. Some Population and region values are missing, so these examples use equal-sized circles and retain unknown regions. Filter out nonpositive GDP and Life Expectancy for the world sheet. Native scatter example uses a linear GDP axis; optionally switch the axis to logarithmic in Tableau.</a:t>
            </a:r>
          </a:p>
          <a:p xmlns:a="http://schemas.openxmlformats.org/drawingml/2006/main">
            <a:r>
              <a:t>https://help.tableau.com/current/pro/desktop/en-us/dashboards_create.htm</a:t>
            </a:r>
          </a:p>
          <a:p xmlns:a="http://schemas.openxmlformats.org/drawingml/2006/main">
            <a:r>
              <a:t>https://help.tableau.com/current/pro/desktop/en-us/filtering_global.htm</a:t>
            </a:r>
          </a:p>
          <a:p xmlns:a="http://schemas.openxmlformats.org/drawingml/2006/main">
            <a:r>
              <a:t>https://help.tableau.com/current/pro/desktop/en-us/actions_filter.htm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3afc101a59429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c7c1baa4e34445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ed3243cc4a74d9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065b7b553ed47f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19eb849502a42a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a011bb1896d48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8DF9FD-38A9-419E-A485-79B495A98DD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B1D4785-0599-463B-BDBA-EAA0B52A417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7928535-44E9-446A-B536-1ABEA75D006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79F0E9-41C4-421E-B6E0-7C315AD9C4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28D7E05-F928-49CC-A5B5-C8716B73A46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4BA8C28-6BB3-471C-8695-C43A9B08C3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1CAF296-28DD-4C23-B776-6386CDEF06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718407-0B03-4D4E-90B1-5A6C0B8CCAB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74E402-9DB7-4255-89A9-D719026640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1B8B523-5A9E-4B75-ABC4-A50D488071C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8a0a783fc4d4544" /><Relationship Type="http://schemas.openxmlformats.org/officeDocument/2006/relationships/slideLayout" Target="/ppt/slideLayouts/slideLayout1.xml" Id="R7e49addc1ec940b9" /><Relationship Type="http://schemas.openxmlformats.org/officeDocument/2006/relationships/slideLayout" Target="/ppt/slideLayouts/slideLayout2.xml" Id="R9032ab64745f4b9f" /><Relationship Type="http://schemas.openxmlformats.org/officeDocument/2006/relationships/slideLayout" Target="/ppt/slideLayouts/slideLayout3.xml" Id="Re97901e19e00493b" /><Relationship Type="http://schemas.openxmlformats.org/officeDocument/2006/relationships/slideLayout" Target="/ppt/slideLayouts/slideLayout4.xml" Id="Rfa105abbde9a4700" /><Relationship Type="http://schemas.openxmlformats.org/officeDocument/2006/relationships/slideLayout" Target="/ppt/slideLayouts/slideLayout5.xml" Id="Rc9a4834d9dc243e9" /><Relationship Type="http://schemas.openxmlformats.org/officeDocument/2006/relationships/slideLayout" Target="/ppt/slideLayouts/slideLayout6.xml" Id="R1dfc1a2cedfb4ae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e49addc1ec940b9"/>
    <p:sldLayoutId xmlns:r="http://schemas.openxmlformats.org/officeDocument/2006/relationships" id="2147483650" r:id="R9032ab64745f4b9f"/>
    <p:sldLayoutId xmlns:r="http://schemas.openxmlformats.org/officeDocument/2006/relationships" id="2147483651" r:id="Re97901e19e00493b"/>
    <p:sldLayoutId xmlns:r="http://schemas.openxmlformats.org/officeDocument/2006/relationships" id="2147483652" r:id="Rfa105abbde9a4700"/>
    <p:sldLayoutId xmlns:r="http://schemas.openxmlformats.org/officeDocument/2006/relationships" id="2147483653" r:id="Rc9a4834d9dc243e9"/>
    <p:sldLayoutId xmlns:r="http://schemas.openxmlformats.org/officeDocument/2006/relationships" id="2147483654" r:id="R1dfc1a2cedfb4ae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Ubuntu Condensed"/>
        <a:ea typeface=""/>
        <a:cs typeface=""/>
      </a:majorFont>
      <a:minorFont>
        <a:latin typeface="Ubuntu Condensed"/>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200bd9acd4c4f5e" /><Relationship Type="http://schemas.openxmlformats.org/officeDocument/2006/relationships/chart" Target="/ppt/slides/charts/chart1.xml" Id="R19d51970d5294c12" /><Relationship Type="http://schemas.openxmlformats.org/officeDocument/2006/relationships/chart" Target="/ppt/slides/charts/chart2.xml" Id="R8c6016c3d9344693" /><Relationship Type="http://schemas.openxmlformats.org/officeDocument/2006/relationships/chart" Target="/ppt/slides/charts/chart3.xml" Id="R62b79268055d4967" /><Relationship Type="http://schemas.openxmlformats.org/officeDocument/2006/relationships/notesSlide" Target="/ppt/notesSlides/notesSlide1.xml" Id="R661886a0cc6947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34c9ef9f3164331" /><Relationship Type="http://schemas.openxmlformats.org/officeDocument/2006/relationships/notesSlide" Target="/ppt/notesSlides/notesSlide2.xml" Id="R5d47144c92004f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c570e3457624afd" /><Relationship Type="http://schemas.openxmlformats.org/officeDocument/2006/relationships/notesSlide" Target="/ppt/notesSlides/notesSlide3.xml" Id="R4709dc579e6249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66f5e3934c947c5" /><Relationship Type="http://schemas.openxmlformats.org/officeDocument/2006/relationships/chart" Target="/ppt/slides/charts/chart4.xml" Id="R2df22954b45440e0" /><Relationship Type="http://schemas.openxmlformats.org/officeDocument/2006/relationships/chart" Target="/ppt/slides/charts/chart5.xml" Id="R1f8206adc9104131" /><Relationship Type="http://schemas.openxmlformats.org/officeDocument/2006/relationships/notesSlide" Target="/ppt/notesSlides/notesSlide4.xml" Id="R63713aede6c846e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278f91c6624420f" /><Relationship Type="http://schemas.openxmlformats.org/officeDocument/2006/relationships/chart" Target="/ppt/slides/charts/chart6.xml" Id="Ra8b222ccd32549a0" /><Relationship Type="http://schemas.openxmlformats.org/officeDocument/2006/relationships/notesSlide" Target="/ppt/notesSlides/notesSlide5.xml" Id="Rdc3c3604ded84b0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Africa</c:v>
          </c:tx>
          <c:spPr>
            <a:ln xmlns:a="http://schemas.openxmlformats.org/drawingml/2006/main" w="0">
              <a:noFill/>
            </a:ln>
          </c:spPr>
          <c:marker>
            <c:symbol val="circle"/>
            <c:size val="7"/>
            <c:spPr>
              <a:solidFill xmlns:a="http://schemas.openxmlformats.org/drawingml/2006/main">
                <a:srgbClr val="94A480"/>
              </a:solidFill>
            </c:spPr>
          </c:marker>
          <c:xVal>
            <c:numRef>
              <c:f>'Chart Data'!$A$2:$A$53</c:f>
              <c:numCache>
                <c:formatCode>General</c:formatCode>
                <c:ptCount val="52"/>
                <c:pt idx="0">
                  <c:v>10800</c:v>
                </c:pt>
                <c:pt idx="1">
                  <c:v>6030</c:v>
                </c:pt>
                <c:pt idx="2">
                  <c:v>3190</c:v>
                </c:pt>
                <c:pt idx="3">
                  <c:v>13500</c:v>
                </c:pt>
                <c:pt idx="4">
                  <c:v>2090</c:v>
                </c:pt>
                <c:pt idx="5">
                  <c:v>711</c:v>
                </c:pt>
                <c:pt idx="6">
                  <c:v>3680</c:v>
                </c:pt>
                <c:pt idx="7">
                  <c:v>847</c:v>
                </c:pt>
                <c:pt idx="8">
                  <c:v>1490</c:v>
                </c:pt>
                <c:pt idx="9">
                  <c:v>3220</c:v>
                </c:pt>
                <c:pt idx="10">
                  <c:v>1040</c:v>
                </c:pt>
                <c:pt idx="11">
                  <c:v>5090</c:v>
                </c:pt>
                <c:pt idx="12">
                  <c:v>4770</c:v>
                </c:pt>
                <c:pt idx="13">
                  <c:v>12000</c:v>
                </c:pt>
                <c:pt idx="14">
                  <c:v>14900</c:v>
                </c:pt>
                <c:pt idx="15">
                  <c:v>1820</c:v>
                </c:pt>
                <c:pt idx="16">
                  <c:v>8080</c:v>
                </c:pt>
                <c:pt idx="17">
                  <c:v>2250</c:v>
                </c:pt>
                <c:pt idx="18">
                  <c:v>13900</c:v>
                </c:pt>
                <c:pt idx="19">
                  <c:v>2020</c:v>
                </c:pt>
                <c:pt idx="20">
                  <c:v>5280</c:v>
                </c:pt>
                <c:pt idx="21">
                  <c:v>2600</c:v>
                </c:pt>
                <c:pt idx="22">
                  <c:v>1760</c:v>
                </c:pt>
                <c:pt idx="23">
                  <c:v>4500</c:v>
                </c:pt>
                <c:pt idx="24">
                  <c:v>2280</c:v>
                </c:pt>
                <c:pt idx="25">
                  <c:v>1380</c:v>
                </c:pt>
                <c:pt idx="26">
                  <c:v>15600</c:v>
                </c:pt>
                <c:pt idx="27">
                  <c:v>1440</c:v>
                </c:pt>
                <c:pt idx="28">
                  <c:v>1490</c:v>
                </c:pt>
                <c:pt idx="29">
                  <c:v>2120</c:v>
                </c:pt>
                <c:pt idx="30">
                  <c:v>5400</c:v>
                </c:pt>
                <c:pt idx="31">
                  <c:v>20200</c:v>
                </c:pt>
                <c:pt idx="32">
                  <c:v>7540</c:v>
                </c:pt>
                <c:pt idx="33">
                  <c:v>1230</c:v>
                </c:pt>
                <c:pt idx="34">
                  <c:v>9030</c:v>
                </c:pt>
                <c:pt idx="35">
                  <c:v>1210</c:v>
                </c:pt>
                <c:pt idx="36">
                  <c:v>4870</c:v>
                </c:pt>
                <c:pt idx="37">
                  <c:v>2070</c:v>
                </c:pt>
                <c:pt idx="38">
                  <c:v>4060</c:v>
                </c:pt>
                <c:pt idx="39">
                  <c:v>3380</c:v>
                </c:pt>
                <c:pt idx="40">
                  <c:v>27700</c:v>
                </c:pt>
                <c:pt idx="41">
                  <c:v>1590</c:v>
                </c:pt>
                <c:pt idx="42">
                  <c:v>1140</c:v>
                </c:pt>
                <c:pt idx="43">
                  <c:v>12800</c:v>
                </c:pt>
                <c:pt idx="44">
                  <c:v>387</c:v>
                </c:pt>
                <c:pt idx="45">
                  <c:v>3870</c:v>
                </c:pt>
                <c:pt idx="46">
                  <c:v>2550</c:v>
                </c:pt>
                <c:pt idx="47">
                  <c:v>2060</c:v>
                </c:pt>
                <c:pt idx="48">
                  <c:v>10000</c:v>
                </c:pt>
                <c:pt idx="49">
                  <c:v>2240</c:v>
                </c:pt>
                <c:pt idx="50">
                  <c:v>3130</c:v>
                </c:pt>
                <c:pt idx="51">
                  <c:v>1990</c:v>
                </c:pt>
              </c:numCache>
            </c:numRef>
          </c:xVal>
          <c:yVal>
            <c:numRef>
              <c:f>'Chart Data'!$B$2:$B$53</c:f>
              <c:numCache>
                <c:formatCode>General</c:formatCode>
                <c:ptCount val="52"/>
                <c:pt idx="0">
                  <c:v>74</c:v>
                </c:pt>
                <c:pt idx="1">
                  <c:v>64</c:v>
                </c:pt>
                <c:pt idx="2">
                  <c:v>64</c:v>
                </c:pt>
                <c:pt idx="3">
                  <c:v>62</c:v>
                </c:pt>
                <c:pt idx="4">
                  <c:v>61</c:v>
                </c:pt>
                <c:pt idx="5">
                  <c:v>63</c:v>
                </c:pt>
                <c:pt idx="6">
                  <c:v>62</c:v>
                </c:pt>
                <c:pt idx="7">
                  <c:v>52</c:v>
                </c:pt>
                <c:pt idx="8">
                  <c:v>59</c:v>
                </c:pt>
                <c:pt idx="9">
                  <c:v>68</c:v>
                </c:pt>
                <c:pt idx="10">
                  <c:v>64</c:v>
                </c:pt>
                <c:pt idx="11">
                  <c:v>63</c:v>
                </c:pt>
                <c:pt idx="12">
                  <c:v>66</c:v>
                </c:pt>
                <c:pt idx="13">
                  <c:v>70</c:v>
                </c:pt>
                <c:pt idx="14">
                  <c:v>65</c:v>
                </c:pt>
                <c:pt idx="15">
                  <c:v>63</c:v>
                </c:pt>
                <c:pt idx="16">
                  <c:v>57</c:v>
                </c:pt>
                <c:pt idx="17">
                  <c:v>68</c:v>
                </c:pt>
                <c:pt idx="18">
                  <c:v>67</c:v>
                </c:pt>
                <c:pt idx="19">
                  <c:v>65</c:v>
                </c:pt>
                <c:pt idx="20">
                  <c:v>65</c:v>
                </c:pt>
                <c:pt idx="21">
                  <c:v>60</c:v>
                </c:pt>
                <c:pt idx="22">
                  <c:v>60</c:v>
                </c:pt>
                <c:pt idx="23">
                  <c:v>66</c:v>
                </c:pt>
                <c:pt idx="24">
                  <c:v>52</c:v>
                </c:pt>
                <c:pt idx="25">
                  <c:v>65</c:v>
                </c:pt>
                <c:pt idx="26">
                  <c:v>75</c:v>
                </c:pt>
                <c:pt idx="27">
                  <c:v>64</c:v>
                </c:pt>
                <c:pt idx="28">
                  <c:v>64</c:v>
                </c:pt>
                <c:pt idx="29">
                  <c:v>60</c:v>
                </c:pt>
                <c:pt idx="30">
                  <c:v>69</c:v>
                </c:pt>
                <c:pt idx="31">
                  <c:v>74</c:v>
                </c:pt>
                <c:pt idx="32">
                  <c:v>73</c:v>
                </c:pt>
                <c:pt idx="33">
                  <c:v>58</c:v>
                </c:pt>
                <c:pt idx="34">
                  <c:v>65</c:v>
                </c:pt>
                <c:pt idx="35">
                  <c:v>61</c:v>
                </c:pt>
                <c:pt idx="36">
                  <c:v>64</c:v>
                </c:pt>
                <c:pt idx="37">
                  <c:v>69</c:v>
                </c:pt>
                <c:pt idx="38">
                  <c:v>70</c:v>
                </c:pt>
                <c:pt idx="39">
                  <c:v>68</c:v>
                </c:pt>
                <c:pt idx="40">
                  <c:v>72</c:v>
                </c:pt>
                <c:pt idx="41">
                  <c:v>61</c:v>
                </c:pt>
                <c:pt idx="42">
                  <c:v>57</c:v>
                </c:pt>
                <c:pt idx="43">
                  <c:v>64</c:v>
                </c:pt>
                <c:pt idx="44">
                  <c:v>63</c:v>
                </c:pt>
                <c:pt idx="45">
                  <c:v>70</c:v>
                </c:pt>
                <c:pt idx="46">
                  <c:v>66</c:v>
                </c:pt>
                <c:pt idx="47">
                  <c:v>65</c:v>
                </c:pt>
                <c:pt idx="48">
                  <c:v>77</c:v>
                </c:pt>
                <c:pt idx="49">
                  <c:v>66</c:v>
                </c:pt>
                <c:pt idx="50">
                  <c:v>62</c:v>
                </c:pt>
                <c:pt idx="51">
                  <c:v>60</c:v>
                </c:pt>
              </c:numCache>
            </c:numRef>
          </c:yVal>
        </c:ser>
        <c:ser>
          <c:idx val="1"/>
          <c:order val="1"/>
          <c:tx>
            <c:v>Americas</c:v>
          </c:tx>
          <c:spPr>
            <a:ln xmlns:a="http://schemas.openxmlformats.org/drawingml/2006/main" w="0">
              <a:noFill/>
            </a:ln>
          </c:spPr>
          <c:marker>
            <c:symbol val="circle"/>
            <c:size val="7"/>
            <c:spPr>
              <a:solidFill xmlns:a="http://schemas.openxmlformats.org/drawingml/2006/main">
                <a:srgbClr val="B59A72"/>
              </a:solidFill>
            </c:spPr>
          </c:marker>
          <c:xVal>
            <c:numRef>
              <c:f>'Chart Data'!$C$2:$C$33</c:f>
              <c:numCache>
                <c:formatCode>General</c:formatCode>
                <c:ptCount val="32"/>
                <c:pt idx="0">
                  <c:v>18500</c:v>
                </c:pt>
                <c:pt idx="1">
                  <c:v>19600</c:v>
                </c:pt>
                <c:pt idx="2">
                  <c:v>26100</c:v>
                </c:pt>
                <c:pt idx="3">
                  <c:v>13900</c:v>
                </c:pt>
                <c:pt idx="4">
                  <c:v>7530</c:v>
                </c:pt>
                <c:pt idx="5">
                  <c:v>14100</c:v>
                </c:pt>
                <c:pt idx="6">
                  <c:v>46100</c:v>
                </c:pt>
                <c:pt idx="7">
                  <c:v>23100</c:v>
                </c:pt>
                <c:pt idx="8">
                  <c:v>13400</c:v>
                </c:pt>
                <c:pt idx="9">
                  <c:v>19700</c:v>
                </c:pt>
                <c:pt idx="10">
                  <c:v>8430</c:v>
                </c:pt>
                <c:pt idx="11">
                  <c:v>10300</c:v>
                </c:pt>
                <c:pt idx="12">
                  <c:v>16800</c:v>
                </c:pt>
                <c:pt idx="13">
                  <c:v>9830</c:v>
                </c:pt>
                <c:pt idx="14">
                  <c:v>8240</c:v>
                </c:pt>
                <c:pt idx="15">
                  <c:v>13200</c:v>
                </c:pt>
                <c:pt idx="16">
                  <c:v>8390</c:v>
                </c:pt>
                <c:pt idx="17">
                  <c:v>18400</c:v>
                </c:pt>
                <c:pt idx="18">
                  <c:v>2970</c:v>
                </c:pt>
                <c:pt idx="19">
                  <c:v>5030</c:v>
                </c:pt>
                <c:pt idx="20">
                  <c:v>9210</c:v>
                </c:pt>
                <c:pt idx="21">
                  <c:v>18200</c:v>
                </c:pt>
                <c:pt idx="22">
                  <c:v>5230</c:v>
                </c:pt>
                <c:pt idx="23">
                  <c:v>26600</c:v>
                </c:pt>
                <c:pt idx="24">
                  <c:v>13300</c:v>
                </c:pt>
                <c:pt idx="25">
                  <c:v>11200</c:v>
                </c:pt>
                <c:pt idx="26">
                  <c:v>11700</c:v>
                </c:pt>
                <c:pt idx="27">
                  <c:v>13700</c:v>
                </c:pt>
                <c:pt idx="28">
                  <c:v>15300</c:v>
                </c:pt>
                <c:pt idx="29">
                  <c:v>23400</c:v>
                </c:pt>
                <c:pt idx="30">
                  <c:v>22000</c:v>
                </c:pt>
                <c:pt idx="31">
                  <c:v>5440</c:v>
                </c:pt>
              </c:numCache>
            </c:numRef>
          </c:xVal>
          <c:yVal>
            <c:numRef>
              <c:f>'Chart Data'!$D$2:$D$33</c:f>
              <c:numCache>
                <c:formatCode>General</c:formatCode>
                <c:ptCount val="32"/>
                <c:pt idx="0">
                  <c:v>76</c:v>
                </c:pt>
                <c:pt idx="1">
                  <c:v>75</c:v>
                </c:pt>
                <c:pt idx="2">
                  <c:v>74</c:v>
                </c:pt>
                <c:pt idx="3">
                  <c:v>76</c:v>
                </c:pt>
                <c:pt idx="4">
                  <c:v>73</c:v>
                </c:pt>
                <c:pt idx="5">
                  <c:v>74</c:v>
                </c:pt>
                <c:pt idx="6">
                  <c:v>81</c:v>
                </c:pt>
                <c:pt idx="7">
                  <c:v>79</c:v>
                </c:pt>
                <c:pt idx="8">
                  <c:v>78</c:v>
                </c:pt>
                <c:pt idx="9">
                  <c:v>79</c:v>
                </c:pt>
                <c:pt idx="10">
                  <c:v>78</c:v>
                </c:pt>
                <c:pt idx="11">
                  <c:v>72</c:v>
                </c:pt>
                <c:pt idx="12">
                  <c:v>72</c:v>
                </c:pt>
                <c:pt idx="13">
                  <c:v>71</c:v>
                </c:pt>
                <c:pt idx="14">
                  <c:v>74</c:v>
                </c:pt>
                <c:pt idx="15">
                  <c:v>73</c:v>
                </c:pt>
                <c:pt idx="16">
                  <c:v>71</c:v>
                </c:pt>
                <c:pt idx="17">
                  <c:v>66</c:v>
                </c:pt>
                <c:pt idx="18">
                  <c:v>63</c:v>
                </c:pt>
                <c:pt idx="19">
                  <c:v>70</c:v>
                </c:pt>
                <c:pt idx="20">
                  <c:v>76</c:v>
                </c:pt>
                <c:pt idx="21">
                  <c:v>71</c:v>
                </c:pt>
                <c:pt idx="22">
                  <c:v>73</c:v>
                </c:pt>
                <c:pt idx="23">
                  <c:v>78</c:v>
                </c:pt>
                <c:pt idx="24">
                  <c:v>76</c:v>
                </c:pt>
                <c:pt idx="25">
                  <c:v>77</c:v>
                </c:pt>
                <c:pt idx="26">
                  <c:v>75</c:v>
                </c:pt>
                <c:pt idx="27">
                  <c:v>72</c:v>
                </c:pt>
                <c:pt idx="28">
                  <c:v>73</c:v>
                </c:pt>
                <c:pt idx="29">
                  <c:v>75</c:v>
                </c:pt>
                <c:pt idx="30">
                  <c:v>78</c:v>
                </c:pt>
                <c:pt idx="31">
                  <c:v>73</c:v>
                </c:pt>
              </c:numCache>
            </c:numRef>
          </c:yVal>
        </c:ser>
        <c:ser>
          <c:idx val="2"/>
          <c:order val="2"/>
          <c:tx>
            <c:v>Asia</c:v>
          </c:tx>
          <c:spPr>
            <a:ln xmlns:a="http://schemas.openxmlformats.org/drawingml/2006/main" w="0">
              <a:noFill/>
            </a:ln>
          </c:spPr>
          <c:marker>
            <c:symbol val="circle"/>
            <c:size val="7"/>
            <c:spPr>
              <a:solidFill xmlns:a="http://schemas.openxmlformats.org/drawingml/2006/main">
                <a:srgbClr val="9CAEB0"/>
              </a:solidFill>
            </c:spPr>
          </c:marker>
          <c:xVal>
            <c:numRef>
              <c:f>'Chart Data'!$E$2:$E$41</c:f>
              <c:numCache>
                <c:formatCode>General</c:formatCode>
                <c:ptCount val="40"/>
                <c:pt idx="0">
                  <c:v>1970</c:v>
                </c:pt>
                <c:pt idx="1">
                  <c:v>13300</c:v>
                </c:pt>
                <c:pt idx="2">
                  <c:v>13700</c:v>
                </c:pt>
                <c:pt idx="3">
                  <c:v>48000</c:v>
                </c:pt>
                <c:pt idx="4">
                  <c:v>5590</c:v>
                </c:pt>
                <c:pt idx="5">
                  <c:v>10500</c:v>
                </c:pt>
                <c:pt idx="6">
                  <c:v>4280</c:v>
                </c:pt>
                <c:pt idx="7">
                  <c:v>16300</c:v>
                </c:pt>
                <c:pt idx="8">
                  <c:v>38300</c:v>
                </c:pt>
                <c:pt idx="9">
                  <c:v>13900</c:v>
                </c:pt>
                <c:pt idx="10">
                  <c:v>6140</c:v>
                </c:pt>
                <c:pt idx="11">
                  <c:v>11500</c:v>
                </c:pt>
                <c:pt idx="12">
                  <c:v>8860</c:v>
                </c:pt>
                <c:pt idx="13">
                  <c:v>39700</c:v>
                </c:pt>
                <c:pt idx="14">
                  <c:v>9060</c:v>
                </c:pt>
                <c:pt idx="15">
                  <c:v>43800</c:v>
                </c:pt>
                <c:pt idx="16">
                  <c:v>4810</c:v>
                </c:pt>
                <c:pt idx="17">
                  <c:v>13800</c:v>
                </c:pt>
                <c:pt idx="18">
                  <c:v>25800</c:v>
                </c:pt>
                <c:pt idx="19">
                  <c:v>13800</c:v>
                </c:pt>
                <c:pt idx="20">
                  <c:v>11700</c:v>
                </c:pt>
                <c:pt idx="21">
                  <c:v>4620</c:v>
                </c:pt>
                <c:pt idx="22">
                  <c:v>3760</c:v>
                </c:pt>
                <c:pt idx="23">
                  <c:v>1810</c:v>
                </c:pt>
                <c:pt idx="24">
                  <c:v>33100</c:v>
                </c:pt>
                <c:pt idx="25">
                  <c:v>5000</c:v>
                </c:pt>
                <c:pt idx="26">
                  <c:v>5400</c:v>
                </c:pt>
                <c:pt idx="27">
                  <c:v>7770</c:v>
                </c:pt>
                <c:pt idx="28">
                  <c:v>89000</c:v>
                </c:pt>
                <c:pt idx="29">
                  <c:v>44300</c:v>
                </c:pt>
                <c:pt idx="30">
                  <c:v>94200</c:v>
                </c:pt>
                <c:pt idx="31">
                  <c:v>42400</c:v>
                </c:pt>
                <c:pt idx="32">
                  <c:v>12900</c:v>
                </c:pt>
                <c:pt idx="33">
                  <c:v>3520</c:v>
                </c:pt>
                <c:pt idx="34">
                  <c:v>3650</c:v>
                </c:pt>
                <c:pt idx="35">
                  <c:v>16900</c:v>
                </c:pt>
                <c:pt idx="36">
                  <c:v>4860</c:v>
                </c:pt>
                <c:pt idx="37">
                  <c:v>28500</c:v>
                </c:pt>
                <c:pt idx="38">
                  <c:v>7410</c:v>
                </c:pt>
                <c:pt idx="39">
                  <c:v>1780</c:v>
                </c:pt>
              </c:numCache>
            </c:numRef>
          </c:xVal>
          <c:yVal>
            <c:numRef>
              <c:f>'Chart Data'!$F$2:$F$41</c:f>
              <c:numCache>
                <c:formatCode>General</c:formatCode>
                <c:ptCount val="40"/>
                <c:pt idx="0">
                  <c:v>62</c:v>
                </c:pt>
                <c:pt idx="1">
                  <c:v>72</c:v>
                </c:pt>
                <c:pt idx="2">
                  <c:v>64</c:v>
                </c:pt>
                <c:pt idx="3">
                  <c:v>76</c:v>
                </c:pt>
                <c:pt idx="4">
                  <c:v>73</c:v>
                </c:pt>
                <c:pt idx="5">
                  <c:v>73</c:v>
                </c:pt>
                <c:pt idx="6">
                  <c:v>69</c:v>
                </c:pt>
                <c:pt idx="7">
                  <c:v>77</c:v>
                </c:pt>
                <c:pt idx="8">
                  <c:v>80</c:v>
                </c:pt>
                <c:pt idx="9">
                  <c:v>72</c:v>
                </c:pt>
                <c:pt idx="10">
                  <c:v>70</c:v>
                </c:pt>
                <c:pt idx="11">
                  <c:v>69</c:v>
                </c:pt>
                <c:pt idx="12">
                  <c:v>70</c:v>
                </c:pt>
                <c:pt idx="13">
                  <c:v>82</c:v>
                </c:pt>
                <c:pt idx="14">
                  <c:v>77</c:v>
                </c:pt>
                <c:pt idx="15">
                  <c:v>78</c:v>
                </c:pt>
                <c:pt idx="16">
                  <c:v>71</c:v>
                </c:pt>
                <c:pt idx="17">
                  <c:v>75</c:v>
                </c:pt>
                <c:pt idx="18">
                  <c:v>75</c:v>
                </c:pt>
                <c:pt idx="19">
                  <c:v>78</c:v>
                </c:pt>
                <c:pt idx="20">
                  <c:v>68</c:v>
                </c:pt>
                <c:pt idx="21">
                  <c:v>69</c:v>
                </c:pt>
                <c:pt idx="22">
                  <c:v>70</c:v>
                </c:pt>
                <c:pt idx="23">
                  <c:v>73</c:v>
                </c:pt>
                <c:pt idx="24">
                  <c:v>70</c:v>
                </c:pt>
                <c:pt idx="25">
                  <c:v>65</c:v>
                </c:pt>
                <c:pt idx="26">
                  <c:v>74</c:v>
                </c:pt>
                <c:pt idx="27">
                  <c:v>72</c:v>
                </c:pt>
                <c:pt idx="28">
                  <c:v>74</c:v>
                </c:pt>
                <c:pt idx="29">
                  <c:v>73</c:v>
                </c:pt>
                <c:pt idx="30">
                  <c:v>83</c:v>
                </c:pt>
                <c:pt idx="31">
                  <c:v>82</c:v>
                </c:pt>
                <c:pt idx="32">
                  <c:v>77</c:v>
                </c:pt>
                <c:pt idx="33">
                  <c:v>74</c:v>
                </c:pt>
                <c:pt idx="34">
                  <c:v>66</c:v>
                </c:pt>
                <c:pt idx="35">
                  <c:v>78</c:v>
                </c:pt>
                <c:pt idx="36">
                  <c:v>70</c:v>
                </c:pt>
                <c:pt idx="37">
                  <c:v>76</c:v>
                </c:pt>
                <c:pt idx="38">
                  <c:v>67</c:v>
                </c:pt>
                <c:pt idx="39">
                  <c:v>67</c:v>
                </c:pt>
              </c:numCache>
            </c:numRef>
          </c:yVal>
        </c:ser>
        <c:ser>
          <c:idx val="3"/>
          <c:order val="3"/>
          <c:tx>
            <c:v>Europe</c:v>
          </c:tx>
          <c:spPr>
            <a:ln xmlns:a="http://schemas.openxmlformats.org/drawingml/2006/main" w="0">
              <a:noFill/>
            </a:ln>
          </c:spPr>
          <c:marker>
            <c:symbol val="circle"/>
            <c:size val="7"/>
            <c:spPr>
              <a:solidFill xmlns:a="http://schemas.openxmlformats.org/drawingml/2006/main">
                <a:srgbClr val="AE9EB0"/>
              </a:solidFill>
            </c:spPr>
          </c:marker>
          <c:xVal>
            <c:numRef>
              <c:f>'Chart Data'!$G$2:$G$40</c:f>
              <c:numCache>
                <c:formatCode>General</c:formatCode>
                <c:ptCount val="39"/>
                <c:pt idx="0">
                  <c:v>13300</c:v>
                </c:pt>
                <c:pt idx="1">
                  <c:v>49700</c:v>
                </c:pt>
                <c:pt idx="2">
                  <c:v>52100</c:v>
                </c:pt>
                <c:pt idx="3">
                  <c:v>19200</c:v>
                </c:pt>
                <c:pt idx="4">
                  <c:v>48700</c:v>
                </c:pt>
                <c:pt idx="5">
                  <c:v>14600</c:v>
                </c:pt>
                <c:pt idx="6">
                  <c:v>22500</c:v>
                </c:pt>
                <c:pt idx="7">
                  <c:v>27000</c:v>
                </c:pt>
                <c:pt idx="8">
                  <c:v>38600</c:v>
                </c:pt>
                <c:pt idx="9">
                  <c:v>54500</c:v>
                </c:pt>
                <c:pt idx="10">
                  <c:v>36100</c:v>
                </c:pt>
                <c:pt idx="11">
                  <c:v>47500</c:v>
                </c:pt>
                <c:pt idx="12">
                  <c:v>42400</c:v>
                </c:pt>
                <c:pt idx="13">
                  <c:v>51600</c:v>
                </c:pt>
                <c:pt idx="14">
                  <c:v>26900</c:v>
                </c:pt>
                <c:pt idx="15">
                  <c:v>31300</c:v>
                </c:pt>
                <c:pt idx="16">
                  <c:v>51200</c:v>
                </c:pt>
                <c:pt idx="17">
                  <c:v>90100</c:v>
                </c:pt>
                <c:pt idx="18">
                  <c:v>38600</c:v>
                </c:pt>
                <c:pt idx="19">
                  <c:v>29800</c:v>
                </c:pt>
                <c:pt idx="20">
                  <c:v>37100</c:v>
                </c:pt>
                <c:pt idx="21">
                  <c:v>110000</c:v>
                </c:pt>
                <c:pt idx="22">
                  <c:v>40800</c:v>
                </c:pt>
                <c:pt idx="23">
                  <c:v>208000</c:v>
                </c:pt>
                <c:pt idx="24">
                  <c:v>18300</c:v>
                </c:pt>
                <c:pt idx="25">
                  <c:v>53600</c:v>
                </c:pt>
                <c:pt idx="26">
                  <c:v>63800</c:v>
                </c:pt>
                <c:pt idx="27">
                  <c:v>32500</c:v>
                </c:pt>
                <c:pt idx="28">
                  <c:v>32100</c:v>
                </c:pt>
                <c:pt idx="29">
                  <c:v>29100</c:v>
                </c:pt>
                <c:pt idx="30">
                  <c:v>26600</c:v>
                </c:pt>
                <c:pt idx="31">
                  <c:v>56400</c:v>
                </c:pt>
                <c:pt idx="32">
                  <c:v>18200</c:v>
                </c:pt>
                <c:pt idx="33">
                  <c:v>31000</c:v>
                </c:pt>
                <c:pt idx="34">
                  <c:v>37100</c:v>
                </c:pt>
                <c:pt idx="35">
                  <c:v>35700</c:v>
                </c:pt>
                <c:pt idx="36">
                  <c:v>51000</c:v>
                </c:pt>
                <c:pt idx="37">
                  <c:v>67000</c:v>
                </c:pt>
                <c:pt idx="38">
                  <c:v>12400</c:v>
                </c:pt>
              </c:numCache>
            </c:numRef>
          </c:xVal>
          <c:yVal>
            <c:numRef>
              <c:f>'Chart Data'!$H$2:$H$40</c:f>
              <c:numCache>
                <c:formatCode>General</c:formatCode>
                <c:ptCount val="39"/>
                <c:pt idx="0">
                  <c:v>76</c:v>
                </c:pt>
                <c:pt idx="1">
                  <c:v>78</c:v>
                </c:pt>
                <c:pt idx="2">
                  <c:v>81</c:v>
                </c:pt>
                <c:pt idx="3">
                  <c:v>72</c:v>
                </c:pt>
                <c:pt idx="4">
                  <c:v>80</c:v>
                </c:pt>
                <c:pt idx="5">
                  <c:v>76</c:v>
                </c:pt>
                <c:pt idx="6">
                  <c:v>72</c:v>
                </c:pt>
                <c:pt idx="7">
                  <c:v>77</c:v>
                </c:pt>
                <c:pt idx="8">
                  <c:v>78</c:v>
                </c:pt>
                <c:pt idx="9">
                  <c:v>81</c:v>
                </c:pt>
                <c:pt idx="10">
                  <c:v>77</c:v>
                </c:pt>
                <c:pt idx="11">
                  <c:v>81</c:v>
                </c:pt>
                <c:pt idx="12">
                  <c:v>82</c:v>
                </c:pt>
                <c:pt idx="13">
                  <c:v>80</c:v>
                </c:pt>
                <c:pt idx="14">
                  <c:v>80</c:v>
                </c:pt>
                <c:pt idx="15">
                  <c:v>75</c:v>
                </c:pt>
                <c:pt idx="16">
                  <c:v>84</c:v>
                </c:pt>
                <c:pt idx="17">
                  <c:v>82</c:v>
                </c:pt>
                <c:pt idx="18">
                  <c:v>82</c:v>
                </c:pt>
                <c:pt idx="19">
                  <c:v>75</c:v>
                </c:pt>
                <c:pt idx="20">
                  <c:v>75</c:v>
                </c:pt>
                <c:pt idx="21">
                  <c:v>82</c:v>
                </c:pt>
                <c:pt idx="22">
                  <c:v>82</c:v>
                </c:pt>
                <c:pt idx="23">
                  <c:v>80</c:v>
                </c:pt>
                <c:pt idx="24">
                  <c:v>75</c:v>
                </c:pt>
                <c:pt idx="25">
                  <c:v>81</c:v>
                </c:pt>
                <c:pt idx="26">
                  <c:v>83</c:v>
                </c:pt>
                <c:pt idx="27">
                  <c:v>77</c:v>
                </c:pt>
                <c:pt idx="28">
                  <c:v>81</c:v>
                </c:pt>
                <c:pt idx="29">
                  <c:v>74</c:v>
                </c:pt>
                <c:pt idx="30">
                  <c:v>70</c:v>
                </c:pt>
                <c:pt idx="31">
                  <c:v>78</c:v>
                </c:pt>
                <c:pt idx="32">
                  <c:v>74</c:v>
                </c:pt>
                <c:pt idx="33">
                  <c:v>76</c:v>
                </c:pt>
                <c:pt idx="34">
                  <c:v>80</c:v>
                </c:pt>
                <c:pt idx="35">
                  <c:v>81</c:v>
                </c:pt>
                <c:pt idx="36">
                  <c:v>82</c:v>
                </c:pt>
                <c:pt idx="37">
                  <c:v>83</c:v>
                </c:pt>
                <c:pt idx="38">
                  <c:v>71</c:v>
                </c:pt>
              </c:numCache>
            </c:numRef>
          </c:yVal>
        </c:ser>
        <c:ser>
          <c:idx val="4"/>
          <c:order val="4"/>
          <c:tx>
            <c:v>Oceania</c:v>
          </c:tx>
          <c:spPr>
            <a:ln xmlns:a="http://schemas.openxmlformats.org/drawingml/2006/main" w="0">
              <a:noFill/>
            </a:ln>
          </c:spPr>
          <c:marker>
            <c:symbol val="circle"/>
            <c:size val="7"/>
            <c:spPr>
              <a:solidFill xmlns:a="http://schemas.openxmlformats.org/drawingml/2006/main">
                <a:srgbClr val="B1AC83"/>
              </a:solidFill>
            </c:spPr>
          </c:marker>
          <c:xVal>
            <c:numRef>
              <c:f>'Chart Data'!$I$2:$I$14</c:f>
              <c:numCache>
                <c:formatCode>General</c:formatCode>
                <c:ptCount val="13"/>
                <c:pt idx="0">
                  <c:v>48800</c:v>
                </c:pt>
                <c:pt idx="1">
                  <c:v>10900</c:v>
                </c:pt>
                <c:pt idx="2">
                  <c:v>1880</c:v>
                </c:pt>
                <c:pt idx="3">
                  <c:v>5710</c:v>
                </c:pt>
                <c:pt idx="4">
                  <c:v>10400</c:v>
                </c:pt>
                <c:pt idx="5">
                  <c:v>42300</c:v>
                </c:pt>
                <c:pt idx="6">
                  <c:v>16100</c:v>
                </c:pt>
                <c:pt idx="7">
                  <c:v>3770</c:v>
                </c:pt>
                <c:pt idx="8">
                  <c:v>6060</c:v>
                </c:pt>
                <c:pt idx="9">
                  <c:v>2390</c:v>
                </c:pt>
                <c:pt idx="10">
                  <c:v>6360</c:v>
                </c:pt>
                <c:pt idx="11">
                  <c:v>4580</c:v>
                </c:pt>
                <c:pt idx="12">
                  <c:v>2910</c:v>
                </c:pt>
              </c:numCache>
            </c:numRef>
          </c:xVal>
          <c:yVal>
            <c:numRef>
              <c:f>'Chart Data'!$J$2:$J$14</c:f>
              <c:numCache>
                <c:formatCode>General</c:formatCode>
                <c:ptCount val="13"/>
                <c:pt idx="0">
                  <c:v>84</c:v>
                </c:pt>
                <c:pt idx="1">
                  <c:v>68</c:v>
                </c:pt>
                <c:pt idx="2">
                  <c:v>60</c:v>
                </c:pt>
                <c:pt idx="3">
                  <c:v>65</c:v>
                </c:pt>
                <c:pt idx="4">
                  <c:v>63</c:v>
                </c:pt>
                <c:pt idx="5">
                  <c:v>82</c:v>
                </c:pt>
                <c:pt idx="6">
                  <c:v>68</c:v>
                </c:pt>
                <c:pt idx="7">
                  <c:v>65</c:v>
                </c:pt>
                <c:pt idx="8">
                  <c:v>71</c:v>
                </c:pt>
                <c:pt idx="9">
                  <c:v>59</c:v>
                </c:pt>
                <c:pt idx="10">
                  <c:v>73</c:v>
                </c:pt>
                <c:pt idx="11">
                  <c:v>68</c:v>
                </c:pt>
                <c:pt idx="12">
                  <c:v>65</c:v>
                </c:pt>
              </c:numCache>
            </c:numRef>
          </c:yVal>
        </c:ser>
        <c:ser>
          <c:idx val="5"/>
          <c:order val="5"/>
          <c:tx>
            <c:v>Unknown</c:v>
          </c:tx>
          <c:spPr>
            <a:ln xmlns:a="http://schemas.openxmlformats.org/drawingml/2006/main" w="0">
              <a:noFill/>
            </a:ln>
          </c:spPr>
          <c:marker>
            <c:symbol val="circle"/>
            <c:size val="7"/>
            <c:spPr>
              <a:solidFill xmlns:a="http://schemas.openxmlformats.org/drawingml/2006/main">
                <a:srgbClr val="D3CFCA"/>
              </a:solidFill>
            </c:spPr>
          </c:marker>
          <c:xVal>
            <c:numRef>
              <c:f>'Chart Data'!$K$2:$K$18</c:f>
              <c:numCache>
                <c:formatCode>General</c:formatCode>
                <c:ptCount val="17"/>
                <c:pt idx="0">
                  <c:v>7680</c:v>
                </c:pt>
                <c:pt idx="1">
                  <c:v>61600</c:v>
                </c:pt>
                <c:pt idx="2">
                  <c:v>6220</c:v>
                </c:pt>
                <c:pt idx="3">
                  <c:v>3280</c:v>
                </c:pt>
                <c:pt idx="4">
                  <c:v>14400</c:v>
                </c:pt>
                <c:pt idx="5">
                  <c:v>25600</c:v>
                </c:pt>
                <c:pt idx="6">
                  <c:v>7760</c:v>
                </c:pt>
                <c:pt idx="7">
                  <c:v>3250</c:v>
                </c:pt>
                <c:pt idx="8">
                  <c:v>11800</c:v>
                </c:pt>
                <c:pt idx="9">
                  <c:v>15800</c:v>
                </c:pt>
                <c:pt idx="10">
                  <c:v>26300</c:v>
                </c:pt>
                <c:pt idx="11">
                  <c:v>53100</c:v>
                </c:pt>
                <c:pt idx="12">
                  <c:v>15200</c:v>
                </c:pt>
                <c:pt idx="13">
                  <c:v>67400</c:v>
                </c:pt>
                <c:pt idx="14">
                  <c:v>41300</c:v>
                </c:pt>
                <c:pt idx="15">
                  <c:v>60200</c:v>
                </c:pt>
                <c:pt idx="16">
                  <c:v>10500</c:v>
                </c:pt>
              </c:numCache>
            </c:numRef>
          </c:xVal>
          <c:yVal>
            <c:numRef>
              <c:f>'Chart Data'!$L$2:$L$18</c:f>
              <c:numCache>
                <c:formatCode>General</c:formatCode>
                <c:ptCount val="17"/>
                <c:pt idx="0">
                  <c:v>68</c:v>
                </c:pt>
                <c:pt idx="1">
                  <c:v>74</c:v>
                </c:pt>
                <c:pt idx="2">
                  <c:v>72</c:v>
                </c:pt>
                <c:pt idx="3">
                  <c:v>66</c:v>
                </c:pt>
                <c:pt idx="4">
                  <c:v>76</c:v>
                </c:pt>
                <c:pt idx="5">
                  <c:v>70</c:v>
                </c:pt>
                <c:pt idx="6">
                  <c:v>69</c:v>
                </c:pt>
                <c:pt idx="7">
                  <c:v>63</c:v>
                </c:pt>
                <c:pt idx="8">
                  <c:v>73</c:v>
                </c:pt>
                <c:pt idx="9">
                  <c:v>72</c:v>
                </c:pt>
                <c:pt idx="10">
                  <c:v>72</c:v>
                </c:pt>
                <c:pt idx="11">
                  <c:v>80</c:v>
                </c:pt>
                <c:pt idx="12">
                  <c:v>70</c:v>
                </c:pt>
                <c:pt idx="13">
                  <c:v>73</c:v>
                </c:pt>
                <c:pt idx="14">
                  <c:v>79</c:v>
                </c:pt>
                <c:pt idx="15">
                  <c:v>77</c:v>
                </c:pt>
                <c:pt idx="16">
                  <c:v>75</c:v>
                </c:pt>
              </c:numCache>
            </c:numRef>
          </c:yVal>
        </c:ser>
        <c:ser>
          <c:idx val="6"/>
          <c:order val="6"/>
          <c:tx>
            <c:v>Japan</c:v>
          </c:tx>
          <c:spPr>
            <a:ln xmlns:a="http://schemas.openxmlformats.org/drawingml/2006/main" w="0">
              <a:noFill/>
            </a:ln>
          </c:spPr>
          <c:marker>
            <c:symbol val="circle"/>
            <c:size val="7"/>
            <c:spPr>
              <a:solidFill xmlns:a="http://schemas.openxmlformats.org/drawingml/2006/main">
                <a:srgbClr val="B23C50"/>
              </a:solidFill>
            </c:spPr>
          </c:marker>
          <c:dLbls>
            <c:dLbl>
              <c:idx val="0"/>
              <c:tx>
                <c:rich>
                  <a:bodyPr xmlns:a="http://schemas.openxmlformats.org/drawingml/2006/main"/>
                  <a:lstStyle xmlns:a="http://schemas.openxmlformats.org/drawingml/2006/main"/>
                  <a:p xmlns:a="http://schemas.openxmlformats.org/drawingml/2006/main">
                    <a:r>
                      <a:rPr sz="1575">
                        <a:solidFill>
                          <a:srgbClr val="B23C50"/>
                        </a:solidFill>
                        <a:latin typeface="Ubuntu Condensed"/>
                        <a:ea typeface="Ubuntu Condensed"/>
                        <a:cs typeface="Ubuntu Condensed"/>
                      </a:rPr>
                      <a:t>Japan</a:t>
                    </a:r>
                  </a:p>
                </c:rich>
              </c:tx>
              <c:txPr>
                <a:bodyPr xmlns:a="http://schemas.openxmlformats.org/drawingml/2006/main" anchorCtr="1"/>
                <a:lstStyle xmlns:a="http://schemas.openxmlformats.org/drawingml/2006/main"/>
                <a:p xmlns:a="http://schemas.openxmlformats.org/drawingml/2006/main">
                  <a:pPr>
                    <a:defRPr sz="1575">
                      <a:solidFill>
                        <a:srgbClr val="B23C50"/>
                      </a:solidFill>
                      <a:latin typeface="Ubuntu Condensed"/>
                      <a:ea typeface="Ubuntu Condensed"/>
                      <a:cs typeface="Ubuntu Condensed"/>
                    </a:defRPr>
                  </a:pPr>
                </a:p>
              </c:txPr>
              <c:dLblPos val="t"/>
              <c:showVal val="0"/>
            </c:dLbl>
          </c:dLbls>
          <c:xVal>
            <c:numRef>
              <c:f>'Chart Data'!$M$2:$M$2</c:f>
              <c:numCache>
                <c:formatCode>General</c:formatCode>
                <c:ptCount val="1"/>
                <c:pt idx="0">
                  <c:v>39800</c:v>
                </c:pt>
              </c:numCache>
            </c:numRef>
          </c:xVal>
          <c:yVal>
            <c:numRef>
              <c:f>'Chart Data'!$N$2:$N$2</c:f>
              <c:numCache>
                <c:formatCode>General</c:formatCode>
                <c:ptCount val="1"/>
                <c:pt idx="0">
                  <c:v>85</c:v>
                </c:pt>
              </c:numCache>
            </c:numRef>
          </c:yVal>
        </c:ser>
        <c:dLbls>
          <c:txPr>
            <a:bodyPr xmlns:a="http://schemas.openxmlformats.org/drawingml/2006/main" anchorCtr="1"/>
            <a:lstStyle xmlns:a="http://schemas.openxmlformats.org/drawingml/2006/main"/>
            <a:p xmlns:a="http://schemas.openxmlformats.org/drawingml/2006/main">
              <a:pPr>
                <a:defRPr>
                  <a:latin typeface="Ubuntu Condensed"/>
                  <a:ea typeface="Ubuntu Condensed"/>
                  <a:cs typeface="Ubuntu Condensed"/>
                </a:defRPr>
              </a:pPr>
            </a:p>
          </c:txPr>
          <c:showLegendKey val="0"/>
          <c:showVal val="0"/>
          <c:showCatName val="0"/>
          <c:showSerName val="0"/>
          <c:showPercent val="0"/>
          <c:showBubbleSize val="0"/>
          <c:showLeaderLines val="0"/>
        </c:dLbls>
        <c:axId val="48650112"/>
        <c:axId val="48672768"/>
      </c:scatterChart>
      <c:valAx>
        <c:axId val="48672768"/>
        <c:scaling>
          <c:orientation val="minMax"/>
          <c:max val="90"/>
          <c:min val="40"/>
        </c:scaling>
        <c:delete val="0"/>
        <c:axPos val="l"/>
        <c:majorGridlines>
          <c:spPr>
            <a:ln xmlns:a="http://schemas.openxmlformats.org/drawingml/2006/main" w="9525">
              <a:solidFill>
                <a:srgbClr val="EAE7E1"/>
              </a:solidFill>
            </a:ln>
          </c:spPr>
        </c:majorGridlines>
        <c:title>
          <c:tx>
            <c:rich>
              <a:bodyPr xmlns:a="http://schemas.openxmlformats.org/drawingml/2006/main"/>
              <a:lstStyle xmlns:a="http://schemas.openxmlformats.org/drawingml/2006/main"/>
              <a:p xmlns:a="http://schemas.openxmlformats.org/drawingml/2006/main">
                <a:r>
                  <a:rPr sz="1575">
                    <a:solidFill>
                      <a:srgbClr val="38332E"/>
                    </a:solidFill>
                    <a:latin typeface="Ubuntu Condensed"/>
                    <a:ea typeface="Ubuntu Condensed"/>
                    <a:cs typeface="Ubuntu Condensed"/>
                  </a:rPr>
                  <a:t>Life Expectancy</a:t>
                </a:r>
              </a:p>
            </c:rich>
          </c:tx>
          <c:overlay val="0"/>
          <c:txPr>
            <a:bodyPr xmlns:a="http://schemas.openxmlformats.org/drawingml/2006/main" anchorCtr="1"/>
            <a:lstStyle xmlns:a="http://schemas.openxmlformats.org/drawingml/2006/main"/>
            <a:p xmlns:a="http://schemas.openxmlformats.org/drawingml/2006/main">
              <a:pPr>
                <a:defRPr sz="1575">
                  <a:solidFill>
                    <a:srgbClr val="38332E"/>
                  </a:solidFill>
                  <a:latin typeface="Ubuntu Condensed"/>
                  <a:ea typeface="Ubuntu Condensed"/>
                  <a:cs typeface="Ubuntu Condensed"/>
                </a:defRPr>
              </a:pPr>
            </a:p>
          </c:txPr>
        </c:title>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81796F"/>
                </a:solidFill>
                <a:latin typeface="Ubuntu Condensed"/>
                <a:ea typeface="Ubuntu Condensed"/>
                <a:cs typeface="Ubuntu Condensed"/>
              </a:defRPr>
            </a:pPr>
          </a:p>
        </c:txPr>
        <c:crossAx val="48650112"/>
        <c:majorUnit val="10"/>
      </c:valAx>
      <c:valAx>
        <c:axId val="48650112"/>
        <c:scaling>
          <c:orientation val="minMax"/>
          <c:max val="220000"/>
          <c:min val="0"/>
        </c:scaling>
        <c:delete val="0"/>
        <c:axPos val="b"/>
        <c:majorGridlines>
          <c:spPr>
            <a:ln xmlns:a="http://schemas.openxmlformats.org/drawingml/2006/main" w="9525">
              <a:solidFill>
                <a:srgbClr val="EAE7E1"/>
              </a:solidFill>
            </a:ln>
          </c:spPr>
        </c:majorGridlines>
        <c:title>
          <c:tx>
            <c:rich>
              <a:bodyPr xmlns:a="http://schemas.openxmlformats.org/drawingml/2006/main"/>
              <a:lstStyle xmlns:a="http://schemas.openxmlformats.org/drawingml/2006/main"/>
              <a:p xmlns:a="http://schemas.openxmlformats.org/drawingml/2006/main">
                <a:r>
                  <a:rPr sz="1575">
                    <a:solidFill>
                      <a:srgbClr val="38332E"/>
                    </a:solidFill>
                    <a:latin typeface="Ubuntu Condensed"/>
                    <a:ea typeface="Ubuntu Condensed"/>
                    <a:cs typeface="Ubuntu Condensed"/>
                  </a:rPr>
                  <a:t>GDP</a:t>
                </a:r>
              </a:p>
            </c:rich>
          </c:tx>
          <c:overlay val="0"/>
          <c:txPr>
            <a:bodyPr xmlns:a="http://schemas.openxmlformats.org/drawingml/2006/main" anchorCtr="1"/>
            <a:lstStyle xmlns:a="http://schemas.openxmlformats.org/drawingml/2006/main"/>
            <a:p xmlns:a="http://schemas.openxmlformats.org/drawingml/2006/main">
              <a:pPr>
                <a:defRPr sz="1575">
                  <a:solidFill>
                    <a:srgbClr val="38332E"/>
                  </a:solidFill>
                  <a:latin typeface="Ubuntu Condensed"/>
                  <a:ea typeface="Ubuntu Condensed"/>
                  <a:cs typeface="Ubuntu Condensed"/>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81796F"/>
                </a:solidFill>
                <a:latin typeface="Ubuntu Condensed"/>
                <a:ea typeface="Ubuntu Condensed"/>
                <a:cs typeface="Ubuntu Condensed"/>
              </a:defRPr>
            </a:pPr>
          </a:p>
        </c:txPr>
        <c:crossAx val="48672768"/>
        <c:majorUnit val="100000"/>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Japan</c:v>
          </c:tx>
          <c:spPr>
            <a:ln xmlns:a="http://schemas.openxmlformats.org/drawingml/2006/main" w="28575">
              <a:solidFill>
                <a:srgbClr val="B23C50"/>
              </a:solidFill>
            </a:ln>
          </c:spPr>
          <c:marker>
            <c:symbol val="none"/>
          </c:marker>
          <c:cat>
            <c:numRef>
              <c:f>'Chart Data'!$A$2:$A$14</c:f>
              <c:numCache>
                <c:formatCode>General</c:formatCode>
                <c:ptCount val="13"/>
                <c:pt idx="0">
                  <c:v>1960</c:v>
                </c:pt>
                <c:pt idx="1">
                  <c:v>1965</c:v>
                </c:pt>
                <c:pt idx="2">
                  <c:v>1970</c:v>
                </c:pt>
                <c:pt idx="3">
                  <c:v>1975</c:v>
                </c:pt>
                <c:pt idx="4">
                  <c:v>1980</c:v>
                </c:pt>
                <c:pt idx="5">
                  <c:v>1985</c:v>
                </c:pt>
                <c:pt idx="6">
                  <c:v>1990</c:v>
                </c:pt>
                <c:pt idx="7">
                  <c:v>1995</c:v>
                </c:pt>
                <c:pt idx="8">
                  <c:v>2000</c:v>
                </c:pt>
                <c:pt idx="9">
                  <c:v>2005</c:v>
                </c:pt>
                <c:pt idx="10">
                  <c:v>2010</c:v>
                </c:pt>
                <c:pt idx="11">
                  <c:v>2015</c:v>
                </c:pt>
                <c:pt idx="12">
                  <c:v>2020</c:v>
                </c:pt>
              </c:numCache>
            </c:numRef>
          </c:cat>
          <c:val>
            <c:numRef>
              <c:f>'Chart Data'!$B$2:$B$14</c:f>
              <c:numCache>
                <c:formatCode>General</c:formatCode>
                <c:ptCount val="13"/>
                <c:pt idx="0">
                  <c:v>68</c:v>
                </c:pt>
                <c:pt idx="1">
                  <c:v>70</c:v>
                </c:pt>
                <c:pt idx="2">
                  <c:v>72</c:v>
                </c:pt>
                <c:pt idx="3">
                  <c:v>74</c:v>
                </c:pt>
                <c:pt idx="4">
                  <c:v>76</c:v>
                </c:pt>
                <c:pt idx="5">
                  <c:v>78</c:v>
                </c:pt>
                <c:pt idx="6">
                  <c:v>79</c:v>
                </c:pt>
                <c:pt idx="7">
                  <c:v>80</c:v>
                </c:pt>
                <c:pt idx="8">
                  <c:v>81</c:v>
                </c:pt>
                <c:pt idx="9">
                  <c:v>82</c:v>
                </c:pt>
                <c:pt idx="10">
                  <c:v>83</c:v>
                </c:pt>
                <c:pt idx="11">
                  <c:v>84</c:v>
                </c:pt>
                <c:pt idx="12">
                  <c:v>85</c:v>
                </c:pt>
              </c:numCache>
            </c:numRef>
          </c:val>
        </c:ser>
        <c:dLbls>
          <c:txPr>
            <a:bodyPr xmlns:a="http://schemas.openxmlformats.org/drawingml/2006/main" anchorCtr="1"/>
            <a:lstStyle xmlns:a="http://schemas.openxmlformats.org/drawingml/2006/main"/>
            <a:p xmlns:a="http://schemas.openxmlformats.org/drawingml/2006/main">
              <a:pPr>
                <a:defRPr>
                  <a:latin typeface="Ubuntu Condensed"/>
                  <a:ea typeface="Ubuntu Condensed"/>
                  <a:cs typeface="Ubuntu Condensed"/>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81796F"/>
                </a:solidFill>
                <a:latin typeface="Ubuntu Condensed"/>
                <a:ea typeface="Ubuntu Condensed"/>
                <a:cs typeface="Ubuntu Condensed"/>
              </a:defRPr>
            </a:pPr>
          </a:p>
        </c:txPr>
        <c:crossAx val="48672768"/>
      </c:catAx>
      <c:valAx>
        <c:axId val="48672768"/>
        <c:scaling>
          <c:orientation val="minMax"/>
          <c:max val="90"/>
          <c:min val="40"/>
        </c:scaling>
        <c:delete val="0"/>
        <c:axPos val="l"/>
        <c:majorGridlines>
          <c:spPr>
            <a:ln xmlns:a="http://schemas.openxmlformats.org/drawingml/2006/main" w="9525">
              <a:solidFill>
                <a:srgbClr val="EAE7E1"/>
              </a:solidFill>
            </a:ln>
          </c:spPr>
        </c:majorGridlines>
        <c:title>
          <c:tx>
            <c:rich>
              <a:bodyPr xmlns:a="http://schemas.openxmlformats.org/drawingml/2006/main"/>
              <a:lstStyle xmlns:a="http://schemas.openxmlformats.org/drawingml/2006/main"/>
              <a:p xmlns:a="http://schemas.openxmlformats.org/drawingml/2006/main">
                <a:r>
                  <a:rPr sz="1275">
                    <a:solidFill>
                      <a:srgbClr val="38332E"/>
                    </a:solidFill>
                    <a:latin typeface="Ubuntu Condensed"/>
                    <a:ea typeface="Ubuntu Condensed"/>
                    <a:cs typeface="Ubuntu Condensed"/>
                  </a:rPr>
                  <a:t>Years</a:t>
                </a:r>
              </a:p>
            </c:rich>
          </c:tx>
          <c:overlay val="0"/>
          <c:txPr>
            <a:bodyPr xmlns:a="http://schemas.openxmlformats.org/drawingml/2006/main" anchorCtr="1"/>
            <a:lstStyle xmlns:a="http://schemas.openxmlformats.org/drawingml/2006/main"/>
            <a:p xmlns:a="http://schemas.openxmlformats.org/drawingml/2006/main">
              <a:pPr>
                <a:defRPr sz="1275">
                  <a:solidFill>
                    <a:srgbClr val="38332E"/>
                  </a:solidFill>
                  <a:latin typeface="Ubuntu Condensed"/>
                  <a:ea typeface="Ubuntu Condensed"/>
                  <a:cs typeface="Ubuntu Condensed"/>
                </a:defRPr>
              </a:pPr>
            </a:p>
          </c:txPr>
        </c:title>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81796F"/>
                </a:solidFill>
                <a:latin typeface="Ubuntu Condensed"/>
                <a:ea typeface="Ubuntu Condensed"/>
                <a:cs typeface="Ubuntu Condensed"/>
              </a:defRPr>
            </a:pPr>
          </a:p>
        </c:txPr>
        <c:crossAx val="48650112"/>
        <c:crossBetween val="between"/>
        <c:majorUnit val="25"/>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Japan</c:v>
          </c:tx>
          <c:spPr>
            <a:ln xmlns:a="http://schemas.openxmlformats.org/drawingml/2006/main" w="28575">
              <a:solidFill>
                <a:srgbClr val="B23C50"/>
              </a:solidFill>
            </a:ln>
          </c:spPr>
          <c:marker>
            <c:symbol val="none"/>
          </c:marker>
          <c:cat>
            <c:numRef>
              <c:f>'Chart Data'!$A$2:$A$14</c:f>
              <c:numCache>
                <c:formatCode>General</c:formatCode>
                <c:ptCount val="13"/>
                <c:pt idx="0">
                  <c:v>1960</c:v>
                </c:pt>
                <c:pt idx="1">
                  <c:v>1965</c:v>
                </c:pt>
                <c:pt idx="2">
                  <c:v>1970</c:v>
                </c:pt>
                <c:pt idx="3">
                  <c:v>1975</c:v>
                </c:pt>
                <c:pt idx="4">
                  <c:v>1980</c:v>
                </c:pt>
                <c:pt idx="5">
                  <c:v>1985</c:v>
                </c:pt>
                <c:pt idx="6">
                  <c:v>1990</c:v>
                </c:pt>
                <c:pt idx="7">
                  <c:v>1995</c:v>
                </c:pt>
                <c:pt idx="8">
                  <c:v>2000</c:v>
                </c:pt>
                <c:pt idx="9">
                  <c:v>2005</c:v>
                </c:pt>
                <c:pt idx="10">
                  <c:v>2010</c:v>
                </c:pt>
                <c:pt idx="11">
                  <c:v>2015</c:v>
                </c:pt>
                <c:pt idx="12">
                  <c:v>2020</c:v>
                </c:pt>
              </c:numCache>
            </c:numRef>
          </c:cat>
          <c:val>
            <c:numRef>
              <c:f>'Chart Data'!$B$2:$B$14</c:f>
              <c:numCache>
                <c:formatCode>General</c:formatCode>
                <c:ptCount val="13"/>
                <c:pt idx="0">
                  <c:v>7140</c:v>
                </c:pt>
                <c:pt idx="1">
                  <c:v>10500</c:v>
                </c:pt>
                <c:pt idx="2">
                  <c:v>17000</c:v>
                </c:pt>
                <c:pt idx="3">
                  <c:v>19700</c:v>
                </c:pt>
                <c:pt idx="4">
                  <c:v>23200</c:v>
                </c:pt>
                <c:pt idx="5">
                  <c:v>26900</c:v>
                </c:pt>
                <c:pt idx="6">
                  <c:v>33100</c:v>
                </c:pt>
                <c:pt idx="7">
                  <c:v>35100</c:v>
                </c:pt>
                <c:pt idx="8">
                  <c:v>36400</c:v>
                </c:pt>
                <c:pt idx="9">
                  <c:v>38200</c:v>
                </c:pt>
                <c:pt idx="10">
                  <c:v>37900</c:v>
                </c:pt>
                <c:pt idx="11">
                  <c:v>40200</c:v>
                </c:pt>
                <c:pt idx="12">
                  <c:v>39800</c:v>
                </c:pt>
              </c:numCache>
            </c:numRef>
          </c:val>
        </c:ser>
        <c:dLbls>
          <c:txPr>
            <a:bodyPr xmlns:a="http://schemas.openxmlformats.org/drawingml/2006/main" anchorCtr="1"/>
            <a:lstStyle xmlns:a="http://schemas.openxmlformats.org/drawingml/2006/main"/>
            <a:p xmlns:a="http://schemas.openxmlformats.org/drawingml/2006/main">
              <a:pPr>
                <a:defRPr>
                  <a:latin typeface="Ubuntu Condensed"/>
                  <a:ea typeface="Ubuntu Condensed"/>
                  <a:cs typeface="Ubuntu Condensed"/>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81796F"/>
                </a:solidFill>
                <a:latin typeface="Ubuntu Condensed"/>
                <a:ea typeface="Ubuntu Condensed"/>
                <a:cs typeface="Ubuntu Condensed"/>
              </a:defRPr>
            </a:pPr>
          </a:p>
        </c:txPr>
        <c:crossAx val="48672768"/>
      </c:catAx>
      <c:valAx>
        <c:axId val="48672768"/>
        <c:scaling>
          <c:orientation val="minMax"/>
          <c:max val="45000"/>
          <c:min val="0"/>
        </c:scaling>
        <c:delete val="0"/>
        <c:axPos val="l"/>
        <c:majorGridlines>
          <c:spPr>
            <a:ln xmlns:a="http://schemas.openxmlformats.org/drawingml/2006/main" w="9525">
              <a:solidFill>
                <a:srgbClr val="EAE7E1"/>
              </a:solidFill>
            </a:ln>
          </c:spPr>
        </c:majorGridlines>
        <c:title>
          <c:tx>
            <c:rich>
              <a:bodyPr xmlns:a="http://schemas.openxmlformats.org/drawingml/2006/main"/>
              <a:lstStyle xmlns:a="http://schemas.openxmlformats.org/drawingml/2006/main"/>
              <a:p xmlns:a="http://schemas.openxmlformats.org/drawingml/2006/main">
                <a:r>
                  <a:rPr sz="1275">
                    <a:solidFill>
                      <a:srgbClr val="38332E"/>
                    </a:solidFill>
                    <a:latin typeface="Ubuntu Condensed"/>
                    <a:ea typeface="Ubuntu Condensed"/>
                    <a:cs typeface="Ubuntu Condensed"/>
                  </a:rPr>
                  <a:t>GDP</a:t>
                </a:r>
              </a:p>
            </c:rich>
          </c:tx>
          <c:overlay val="0"/>
          <c:txPr>
            <a:bodyPr xmlns:a="http://schemas.openxmlformats.org/drawingml/2006/main" anchorCtr="1"/>
            <a:lstStyle xmlns:a="http://schemas.openxmlformats.org/drawingml/2006/main"/>
            <a:p xmlns:a="http://schemas.openxmlformats.org/drawingml/2006/main">
              <a:pPr>
                <a:defRPr sz="1275">
                  <a:solidFill>
                    <a:srgbClr val="38332E"/>
                  </a:solidFill>
                  <a:latin typeface="Ubuntu Condensed"/>
                  <a:ea typeface="Ubuntu Condensed"/>
                  <a:cs typeface="Ubuntu Condensed"/>
                </a:defRPr>
              </a:pPr>
            </a:p>
          </c:txPr>
        </c:title>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81796F"/>
                </a:solidFill>
                <a:latin typeface="Ubuntu Condensed"/>
                <a:ea typeface="Ubuntu Condensed"/>
                <a:cs typeface="Ubuntu Condensed"/>
              </a:defRPr>
            </a:pPr>
          </a:p>
        </c:txPr>
        <c:crossAx val="48650112"/>
        <c:crossBetween val="between"/>
        <c:majorUnit val="20000"/>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varyColors val="0"/>
        <c:ser>
          <c:idx val="0"/>
          <c:order val="0"/>
          <c:tx>
            <c:v>Japan</c:v>
          </c:tx>
          <c:spPr>
            <a:ln xmlns:a="http://schemas.openxmlformats.org/drawingml/2006/main" w="28575">
              <a:solidFill>
                <a:srgbClr val="B23C50"/>
              </a:solidFill>
            </a:ln>
          </c:spPr>
          <c:marker>
            <c:symbol val="none"/>
          </c:marker>
          <c:cat>
            <c:numRef>
              <c:f>'Chart Data'!$A$2:$A$14</c:f>
              <c:numCache>
                <c:formatCode>General</c:formatCode>
                <c:ptCount val="13"/>
                <c:pt idx="0">
                  <c:v>1960</c:v>
                </c:pt>
                <c:pt idx="1">
                  <c:v>1965</c:v>
                </c:pt>
                <c:pt idx="2">
                  <c:v>1970</c:v>
                </c:pt>
                <c:pt idx="3">
                  <c:v>1975</c:v>
                </c:pt>
                <c:pt idx="4">
                  <c:v>1980</c:v>
                </c:pt>
                <c:pt idx="5">
                  <c:v>1985</c:v>
                </c:pt>
                <c:pt idx="6">
                  <c:v>1990</c:v>
                </c:pt>
                <c:pt idx="7">
                  <c:v>1995</c:v>
                </c:pt>
                <c:pt idx="8">
                  <c:v>2000</c:v>
                </c:pt>
                <c:pt idx="9">
                  <c:v>2005</c:v>
                </c:pt>
                <c:pt idx="10">
                  <c:v>2010</c:v>
                </c:pt>
                <c:pt idx="11">
                  <c:v>2015</c:v>
                </c:pt>
                <c:pt idx="12">
                  <c:v>2020</c:v>
                </c:pt>
              </c:numCache>
            </c:numRef>
          </c:cat>
          <c:val>
            <c:numRef>
              <c:f>'Chart Data'!$B$2:$B$14</c:f>
              <c:numCache>
                <c:formatCode>General</c:formatCode>
                <c:ptCount val="13"/>
                <c:pt idx="0">
                  <c:v>68</c:v>
                </c:pt>
                <c:pt idx="1">
                  <c:v>70</c:v>
                </c:pt>
                <c:pt idx="2">
                  <c:v>72</c:v>
                </c:pt>
                <c:pt idx="3">
                  <c:v>74</c:v>
                </c:pt>
                <c:pt idx="4">
                  <c:v>76</c:v>
                </c:pt>
                <c:pt idx="5">
                  <c:v>78</c:v>
                </c:pt>
                <c:pt idx="6">
                  <c:v>79</c:v>
                </c:pt>
                <c:pt idx="7">
                  <c:v>80</c:v>
                </c:pt>
                <c:pt idx="8">
                  <c:v>81</c:v>
                </c:pt>
                <c:pt idx="9">
                  <c:v>82</c:v>
                </c:pt>
                <c:pt idx="10">
                  <c:v>83</c:v>
                </c:pt>
                <c:pt idx="11">
                  <c:v>84</c:v>
                </c:pt>
                <c:pt idx="12">
                  <c:v>85</c:v>
                </c:pt>
              </c:numCache>
            </c:numRef>
          </c:val>
        </c:ser>
        <c:dLbls>
          <c:txPr>
            <a:bodyPr xmlns:a="http://schemas.openxmlformats.org/drawingml/2006/main" anchorCtr="1"/>
            <a:lstStyle xmlns:a="http://schemas.openxmlformats.org/drawingml/2006/main"/>
            <a:p xmlns:a="http://schemas.openxmlformats.org/drawingml/2006/main">
              <a:pPr>
                <a:defRPr>
                  <a:latin typeface="Ubuntu Condensed"/>
                  <a:ea typeface="Ubuntu Condensed"/>
                  <a:cs typeface="Ubuntu Condensed"/>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81796F"/>
                </a:solidFill>
                <a:latin typeface="Ubuntu Condensed"/>
                <a:ea typeface="Ubuntu Condensed"/>
                <a:cs typeface="Ubuntu Condensed"/>
              </a:defRPr>
            </a:pPr>
          </a:p>
        </c:txPr>
        <c:crossAx val="48672768"/>
      </c:catAx>
      <c:valAx>
        <c:axId val="48672768"/>
        <c:scaling>
          <c:orientation val="minMax"/>
          <c:max val="90"/>
          <c:min val="40"/>
        </c:scaling>
        <c:delete val="0"/>
        <c:axPos val="l"/>
        <c:majorGridlines>
          <c:spPr>
            <a:ln xmlns:a="http://schemas.openxmlformats.org/drawingml/2006/main" w="9525">
              <a:solidFill>
                <a:srgbClr val="EAE7E1"/>
              </a:solidFill>
            </a:ln>
          </c:spPr>
        </c:majorGridlines>
        <c:title>
          <c:tx>
            <c:rich>
              <a:bodyPr xmlns:a="http://schemas.openxmlformats.org/drawingml/2006/main"/>
              <a:lstStyle xmlns:a="http://schemas.openxmlformats.org/drawingml/2006/main"/>
              <a:p xmlns:a="http://schemas.openxmlformats.org/drawingml/2006/main">
                <a:r>
                  <a:rPr sz="1500">
                    <a:solidFill>
                      <a:srgbClr val="38332E"/>
                    </a:solidFill>
                    <a:latin typeface="Ubuntu Condensed"/>
                    <a:ea typeface="Ubuntu Condensed"/>
                    <a:cs typeface="Ubuntu Condensed"/>
                  </a:rPr>
                  <a:t>Years</a:t>
                </a:r>
              </a:p>
            </c:rich>
          </c:tx>
          <c:overlay val="0"/>
          <c:txPr>
            <a:bodyPr xmlns:a="http://schemas.openxmlformats.org/drawingml/2006/main" anchorCtr="1"/>
            <a:lstStyle xmlns:a="http://schemas.openxmlformats.org/drawingml/2006/main"/>
            <a:p xmlns:a="http://schemas.openxmlformats.org/drawingml/2006/main">
              <a:pPr>
                <a:defRPr sz="1500">
                  <a:solidFill>
                    <a:srgbClr val="38332E"/>
                  </a:solidFill>
                  <a:latin typeface="Ubuntu Condensed"/>
                  <a:ea typeface="Ubuntu Condensed"/>
                  <a:cs typeface="Ubuntu Condensed"/>
                </a:defRPr>
              </a:pPr>
            </a:p>
          </c:txPr>
        </c:title>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81796F"/>
                </a:solidFill>
                <a:latin typeface="Ubuntu Condensed"/>
                <a:ea typeface="Ubuntu Condensed"/>
                <a:cs typeface="Ubuntu Condensed"/>
              </a:defRPr>
            </a:pPr>
          </a:p>
        </c:txPr>
        <c:crossAx val="48650112"/>
        <c:crossBetween val="between"/>
        <c:majorUnit val="25"/>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India</c:v>
          </c:tx>
          <c:spPr>
            <a:ln xmlns:a="http://schemas.openxmlformats.org/drawingml/2006/main" w="28575">
              <a:solidFill>
                <a:srgbClr val="457985"/>
              </a:solidFill>
            </a:ln>
          </c:spPr>
          <c:marker>
            <c:symbol val="none"/>
          </c:marker>
          <c:cat>
            <c:numRef>
              <c:f>'Chart Data'!$A$2:$A$14</c:f>
              <c:numCache>
                <c:formatCode>General</c:formatCode>
                <c:ptCount val="13"/>
                <c:pt idx="0">
                  <c:v>1960</c:v>
                </c:pt>
                <c:pt idx="1">
                  <c:v>1965</c:v>
                </c:pt>
                <c:pt idx="2">
                  <c:v>1970</c:v>
                </c:pt>
                <c:pt idx="3">
                  <c:v>1975</c:v>
                </c:pt>
                <c:pt idx="4">
                  <c:v>1980</c:v>
                </c:pt>
                <c:pt idx="5">
                  <c:v>1985</c:v>
                </c:pt>
                <c:pt idx="6">
                  <c:v>1990</c:v>
                </c:pt>
                <c:pt idx="7">
                  <c:v>1995</c:v>
                </c:pt>
                <c:pt idx="8">
                  <c:v>2000</c:v>
                </c:pt>
                <c:pt idx="9">
                  <c:v>2005</c:v>
                </c:pt>
                <c:pt idx="10">
                  <c:v>2010</c:v>
                </c:pt>
                <c:pt idx="11">
                  <c:v>2015</c:v>
                </c:pt>
                <c:pt idx="12">
                  <c:v>2020</c:v>
                </c:pt>
              </c:numCache>
            </c:numRef>
          </c:cat>
          <c:val>
            <c:numRef>
              <c:f>'Chart Data'!$B$2:$B$14</c:f>
              <c:numCache>
                <c:formatCode>General</c:formatCode>
                <c:ptCount val="13"/>
                <c:pt idx="0">
                  <c:v>45</c:v>
                </c:pt>
                <c:pt idx="1">
                  <c:v>45</c:v>
                </c:pt>
                <c:pt idx="2">
                  <c:v>49</c:v>
                </c:pt>
                <c:pt idx="3">
                  <c:v>51</c:v>
                </c:pt>
                <c:pt idx="4">
                  <c:v>55</c:v>
                </c:pt>
                <c:pt idx="5">
                  <c:v>57</c:v>
                </c:pt>
                <c:pt idx="6">
                  <c:v>59</c:v>
                </c:pt>
                <c:pt idx="7">
                  <c:v>61</c:v>
                </c:pt>
                <c:pt idx="8">
                  <c:v>62</c:v>
                </c:pt>
                <c:pt idx="9">
                  <c:v>65</c:v>
                </c:pt>
                <c:pt idx="10">
                  <c:v>67</c:v>
                </c:pt>
                <c:pt idx="11">
                  <c:v>69</c:v>
                </c:pt>
                <c:pt idx="12">
                  <c:v>70</c:v>
                </c:pt>
              </c:numCache>
            </c:numRef>
          </c:val>
        </c:ser>
        <c:dLbls>
          <c:txPr>
            <a:bodyPr xmlns:a="http://schemas.openxmlformats.org/drawingml/2006/main" anchorCtr="1"/>
            <a:lstStyle xmlns:a="http://schemas.openxmlformats.org/drawingml/2006/main"/>
            <a:p xmlns:a="http://schemas.openxmlformats.org/drawingml/2006/main">
              <a:pPr>
                <a:defRPr>
                  <a:latin typeface="Ubuntu Condensed"/>
                  <a:ea typeface="Ubuntu Condensed"/>
                  <a:cs typeface="Ubuntu Condensed"/>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81796F"/>
                </a:solidFill>
                <a:latin typeface="Ubuntu Condensed"/>
                <a:ea typeface="Ubuntu Condensed"/>
                <a:cs typeface="Ubuntu Condensed"/>
              </a:defRPr>
            </a:pPr>
          </a:p>
        </c:txPr>
        <c:crossAx val="48672768"/>
      </c:catAx>
      <c:valAx>
        <c:axId val="48672768"/>
        <c:scaling>
          <c:orientation val="minMax"/>
          <c:max val="90"/>
          <c:min val="40"/>
        </c:scaling>
        <c:delete val="0"/>
        <c:axPos val="l"/>
        <c:majorGridlines>
          <c:spPr>
            <a:ln xmlns:a="http://schemas.openxmlformats.org/drawingml/2006/main" w="9525">
              <a:solidFill>
                <a:srgbClr val="EAE7E1"/>
              </a:solidFill>
            </a:ln>
          </c:spPr>
        </c:majorGridlines>
        <c:title>
          <c:tx>
            <c:rich>
              <a:bodyPr xmlns:a="http://schemas.openxmlformats.org/drawingml/2006/main"/>
              <a:lstStyle xmlns:a="http://schemas.openxmlformats.org/drawingml/2006/main"/>
              <a:p xmlns:a="http://schemas.openxmlformats.org/drawingml/2006/main">
                <a:r>
                  <a:rPr sz="1500">
                    <a:solidFill>
                      <a:srgbClr val="38332E"/>
                    </a:solidFill>
                    <a:latin typeface="Ubuntu Condensed"/>
                    <a:ea typeface="Ubuntu Condensed"/>
                    <a:cs typeface="Ubuntu Condensed"/>
                  </a:rPr>
                  <a:t>Years</a:t>
                </a:r>
              </a:p>
            </c:rich>
          </c:tx>
          <c:overlay val="0"/>
          <c:txPr>
            <a:bodyPr xmlns:a="http://schemas.openxmlformats.org/drawingml/2006/main" anchorCtr="1"/>
            <a:lstStyle xmlns:a="http://schemas.openxmlformats.org/drawingml/2006/main"/>
            <a:p xmlns:a="http://schemas.openxmlformats.org/drawingml/2006/main">
              <a:pPr>
                <a:defRPr sz="1500">
                  <a:solidFill>
                    <a:srgbClr val="38332E"/>
                  </a:solidFill>
                  <a:latin typeface="Ubuntu Condensed"/>
                  <a:ea typeface="Ubuntu Condensed"/>
                  <a:cs typeface="Ubuntu Condensed"/>
                </a:defRPr>
              </a:pPr>
            </a:p>
          </c:txPr>
        </c:title>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81796F"/>
                </a:solidFill>
                <a:latin typeface="Ubuntu Condensed"/>
                <a:ea typeface="Ubuntu Condensed"/>
                <a:cs typeface="Ubuntu Condensed"/>
              </a:defRPr>
            </a:pPr>
          </a:p>
        </c:txPr>
        <c:crossAx val="48650112"/>
        <c:crossBetween val="between"/>
        <c:majorUnit val="25"/>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Africa</c:v>
          </c:tx>
          <c:spPr>
            <a:ln xmlns:a="http://schemas.openxmlformats.org/drawingml/2006/main" w="0">
              <a:noFill/>
            </a:ln>
          </c:spPr>
          <c:marker>
            <c:symbol val="circle"/>
            <c:size val="7"/>
            <c:spPr>
              <a:solidFill xmlns:a="http://schemas.openxmlformats.org/drawingml/2006/main">
                <a:srgbClr val="DBD8D2"/>
              </a:solidFill>
            </c:spPr>
          </c:marker>
          <c:xVal>
            <c:numRef>
              <c:f>'Chart Data'!$A$2:$A$53</c:f>
              <c:numCache>
                <c:formatCode>General</c:formatCode>
                <c:ptCount val="52"/>
                <c:pt idx="0">
                  <c:v>10800</c:v>
                </c:pt>
                <c:pt idx="1">
                  <c:v>6030</c:v>
                </c:pt>
                <c:pt idx="2">
                  <c:v>3190</c:v>
                </c:pt>
                <c:pt idx="3">
                  <c:v>13500</c:v>
                </c:pt>
                <c:pt idx="4">
                  <c:v>2090</c:v>
                </c:pt>
                <c:pt idx="5">
                  <c:v>711</c:v>
                </c:pt>
                <c:pt idx="6">
                  <c:v>3680</c:v>
                </c:pt>
                <c:pt idx="7">
                  <c:v>847</c:v>
                </c:pt>
                <c:pt idx="8">
                  <c:v>1490</c:v>
                </c:pt>
                <c:pt idx="9">
                  <c:v>3220</c:v>
                </c:pt>
                <c:pt idx="10">
                  <c:v>1040</c:v>
                </c:pt>
                <c:pt idx="11">
                  <c:v>5090</c:v>
                </c:pt>
                <c:pt idx="12">
                  <c:v>4770</c:v>
                </c:pt>
                <c:pt idx="13">
                  <c:v>12000</c:v>
                </c:pt>
                <c:pt idx="14">
                  <c:v>14900</c:v>
                </c:pt>
                <c:pt idx="15">
                  <c:v>1820</c:v>
                </c:pt>
                <c:pt idx="16">
                  <c:v>8080</c:v>
                </c:pt>
                <c:pt idx="17">
                  <c:v>2250</c:v>
                </c:pt>
                <c:pt idx="18">
                  <c:v>13900</c:v>
                </c:pt>
                <c:pt idx="19">
                  <c:v>2020</c:v>
                </c:pt>
                <c:pt idx="20">
                  <c:v>5280</c:v>
                </c:pt>
                <c:pt idx="21">
                  <c:v>2600</c:v>
                </c:pt>
                <c:pt idx="22">
                  <c:v>1760</c:v>
                </c:pt>
                <c:pt idx="23">
                  <c:v>4500</c:v>
                </c:pt>
                <c:pt idx="24">
                  <c:v>2280</c:v>
                </c:pt>
                <c:pt idx="25">
                  <c:v>1380</c:v>
                </c:pt>
                <c:pt idx="26">
                  <c:v>15600</c:v>
                </c:pt>
                <c:pt idx="27">
                  <c:v>1440</c:v>
                </c:pt>
                <c:pt idx="28">
                  <c:v>1490</c:v>
                </c:pt>
                <c:pt idx="29">
                  <c:v>2120</c:v>
                </c:pt>
                <c:pt idx="30">
                  <c:v>5400</c:v>
                </c:pt>
                <c:pt idx="31">
                  <c:v>20200</c:v>
                </c:pt>
                <c:pt idx="32">
                  <c:v>7540</c:v>
                </c:pt>
                <c:pt idx="33">
                  <c:v>1230</c:v>
                </c:pt>
                <c:pt idx="34">
                  <c:v>9030</c:v>
                </c:pt>
                <c:pt idx="35">
                  <c:v>1210</c:v>
                </c:pt>
                <c:pt idx="36">
                  <c:v>4870</c:v>
                </c:pt>
                <c:pt idx="37">
                  <c:v>2070</c:v>
                </c:pt>
                <c:pt idx="38">
                  <c:v>4060</c:v>
                </c:pt>
                <c:pt idx="39">
                  <c:v>3380</c:v>
                </c:pt>
                <c:pt idx="40">
                  <c:v>27700</c:v>
                </c:pt>
                <c:pt idx="41">
                  <c:v>1590</c:v>
                </c:pt>
                <c:pt idx="42">
                  <c:v>1140</c:v>
                </c:pt>
                <c:pt idx="43">
                  <c:v>12800</c:v>
                </c:pt>
                <c:pt idx="44">
                  <c:v>387</c:v>
                </c:pt>
                <c:pt idx="45">
                  <c:v>3870</c:v>
                </c:pt>
                <c:pt idx="46">
                  <c:v>2550</c:v>
                </c:pt>
                <c:pt idx="47">
                  <c:v>2060</c:v>
                </c:pt>
                <c:pt idx="48">
                  <c:v>10000</c:v>
                </c:pt>
                <c:pt idx="49">
                  <c:v>2240</c:v>
                </c:pt>
                <c:pt idx="50">
                  <c:v>3130</c:v>
                </c:pt>
                <c:pt idx="51">
                  <c:v>1990</c:v>
                </c:pt>
              </c:numCache>
            </c:numRef>
          </c:xVal>
          <c:yVal>
            <c:numRef>
              <c:f>'Chart Data'!$B$2:$B$53</c:f>
              <c:numCache>
                <c:formatCode>General</c:formatCode>
                <c:ptCount val="52"/>
                <c:pt idx="0">
                  <c:v>74</c:v>
                </c:pt>
                <c:pt idx="1">
                  <c:v>64</c:v>
                </c:pt>
                <c:pt idx="2">
                  <c:v>64</c:v>
                </c:pt>
                <c:pt idx="3">
                  <c:v>62</c:v>
                </c:pt>
                <c:pt idx="4">
                  <c:v>61</c:v>
                </c:pt>
                <c:pt idx="5">
                  <c:v>63</c:v>
                </c:pt>
                <c:pt idx="6">
                  <c:v>62</c:v>
                </c:pt>
                <c:pt idx="7">
                  <c:v>52</c:v>
                </c:pt>
                <c:pt idx="8">
                  <c:v>59</c:v>
                </c:pt>
                <c:pt idx="9">
                  <c:v>68</c:v>
                </c:pt>
                <c:pt idx="10">
                  <c:v>64</c:v>
                </c:pt>
                <c:pt idx="11">
                  <c:v>63</c:v>
                </c:pt>
                <c:pt idx="12">
                  <c:v>66</c:v>
                </c:pt>
                <c:pt idx="13">
                  <c:v>70</c:v>
                </c:pt>
                <c:pt idx="14">
                  <c:v>65</c:v>
                </c:pt>
                <c:pt idx="15">
                  <c:v>63</c:v>
                </c:pt>
                <c:pt idx="16">
                  <c:v>57</c:v>
                </c:pt>
                <c:pt idx="17">
                  <c:v>68</c:v>
                </c:pt>
                <c:pt idx="18">
                  <c:v>67</c:v>
                </c:pt>
                <c:pt idx="19">
                  <c:v>65</c:v>
                </c:pt>
                <c:pt idx="20">
                  <c:v>65</c:v>
                </c:pt>
                <c:pt idx="21">
                  <c:v>60</c:v>
                </c:pt>
                <c:pt idx="22">
                  <c:v>60</c:v>
                </c:pt>
                <c:pt idx="23">
                  <c:v>66</c:v>
                </c:pt>
                <c:pt idx="24">
                  <c:v>52</c:v>
                </c:pt>
                <c:pt idx="25">
                  <c:v>65</c:v>
                </c:pt>
                <c:pt idx="26">
                  <c:v>75</c:v>
                </c:pt>
                <c:pt idx="27">
                  <c:v>64</c:v>
                </c:pt>
                <c:pt idx="28">
                  <c:v>64</c:v>
                </c:pt>
                <c:pt idx="29">
                  <c:v>60</c:v>
                </c:pt>
                <c:pt idx="30">
                  <c:v>69</c:v>
                </c:pt>
                <c:pt idx="31">
                  <c:v>74</c:v>
                </c:pt>
                <c:pt idx="32">
                  <c:v>73</c:v>
                </c:pt>
                <c:pt idx="33">
                  <c:v>58</c:v>
                </c:pt>
                <c:pt idx="34">
                  <c:v>65</c:v>
                </c:pt>
                <c:pt idx="35">
                  <c:v>61</c:v>
                </c:pt>
                <c:pt idx="36">
                  <c:v>64</c:v>
                </c:pt>
                <c:pt idx="37">
                  <c:v>69</c:v>
                </c:pt>
                <c:pt idx="38">
                  <c:v>70</c:v>
                </c:pt>
                <c:pt idx="39">
                  <c:v>68</c:v>
                </c:pt>
                <c:pt idx="40">
                  <c:v>72</c:v>
                </c:pt>
                <c:pt idx="41">
                  <c:v>61</c:v>
                </c:pt>
                <c:pt idx="42">
                  <c:v>57</c:v>
                </c:pt>
                <c:pt idx="43">
                  <c:v>64</c:v>
                </c:pt>
                <c:pt idx="44">
                  <c:v>63</c:v>
                </c:pt>
                <c:pt idx="45">
                  <c:v>70</c:v>
                </c:pt>
                <c:pt idx="46">
                  <c:v>66</c:v>
                </c:pt>
                <c:pt idx="47">
                  <c:v>65</c:v>
                </c:pt>
                <c:pt idx="48">
                  <c:v>77</c:v>
                </c:pt>
                <c:pt idx="49">
                  <c:v>66</c:v>
                </c:pt>
                <c:pt idx="50">
                  <c:v>62</c:v>
                </c:pt>
                <c:pt idx="51">
                  <c:v>60</c:v>
                </c:pt>
              </c:numCache>
            </c:numRef>
          </c:yVal>
        </c:ser>
        <c:ser>
          <c:idx val="1"/>
          <c:order val="1"/>
          <c:tx>
            <c:v>Americas</c:v>
          </c:tx>
          <c:spPr>
            <a:ln xmlns:a="http://schemas.openxmlformats.org/drawingml/2006/main" w="0">
              <a:noFill/>
            </a:ln>
          </c:spPr>
          <c:marker>
            <c:symbol val="circle"/>
            <c:size val="7"/>
            <c:spPr>
              <a:solidFill xmlns:a="http://schemas.openxmlformats.org/drawingml/2006/main">
                <a:srgbClr val="DBD8D2"/>
              </a:solidFill>
            </c:spPr>
          </c:marker>
          <c:xVal>
            <c:numRef>
              <c:f>'Chart Data'!$C$2:$C$33</c:f>
              <c:numCache>
                <c:formatCode>General</c:formatCode>
                <c:ptCount val="32"/>
                <c:pt idx="0">
                  <c:v>18500</c:v>
                </c:pt>
                <c:pt idx="1">
                  <c:v>19600</c:v>
                </c:pt>
                <c:pt idx="2">
                  <c:v>26100</c:v>
                </c:pt>
                <c:pt idx="3">
                  <c:v>13900</c:v>
                </c:pt>
                <c:pt idx="4">
                  <c:v>7530</c:v>
                </c:pt>
                <c:pt idx="5">
                  <c:v>14100</c:v>
                </c:pt>
                <c:pt idx="6">
                  <c:v>46100</c:v>
                </c:pt>
                <c:pt idx="7">
                  <c:v>23100</c:v>
                </c:pt>
                <c:pt idx="8">
                  <c:v>13400</c:v>
                </c:pt>
                <c:pt idx="9">
                  <c:v>19700</c:v>
                </c:pt>
                <c:pt idx="10">
                  <c:v>8430</c:v>
                </c:pt>
                <c:pt idx="11">
                  <c:v>10300</c:v>
                </c:pt>
                <c:pt idx="12">
                  <c:v>16800</c:v>
                </c:pt>
                <c:pt idx="13">
                  <c:v>9830</c:v>
                </c:pt>
                <c:pt idx="14">
                  <c:v>8240</c:v>
                </c:pt>
                <c:pt idx="15">
                  <c:v>13200</c:v>
                </c:pt>
                <c:pt idx="16">
                  <c:v>8390</c:v>
                </c:pt>
                <c:pt idx="17">
                  <c:v>18400</c:v>
                </c:pt>
                <c:pt idx="18">
                  <c:v>2970</c:v>
                </c:pt>
                <c:pt idx="19">
                  <c:v>5030</c:v>
                </c:pt>
                <c:pt idx="20">
                  <c:v>9210</c:v>
                </c:pt>
                <c:pt idx="21">
                  <c:v>18200</c:v>
                </c:pt>
                <c:pt idx="22">
                  <c:v>5230</c:v>
                </c:pt>
                <c:pt idx="23">
                  <c:v>26600</c:v>
                </c:pt>
                <c:pt idx="24">
                  <c:v>13300</c:v>
                </c:pt>
                <c:pt idx="25">
                  <c:v>11200</c:v>
                </c:pt>
                <c:pt idx="26">
                  <c:v>11700</c:v>
                </c:pt>
                <c:pt idx="27">
                  <c:v>13700</c:v>
                </c:pt>
                <c:pt idx="28">
                  <c:v>15300</c:v>
                </c:pt>
                <c:pt idx="29">
                  <c:v>23400</c:v>
                </c:pt>
                <c:pt idx="30">
                  <c:v>22000</c:v>
                </c:pt>
                <c:pt idx="31">
                  <c:v>5440</c:v>
                </c:pt>
              </c:numCache>
            </c:numRef>
          </c:xVal>
          <c:yVal>
            <c:numRef>
              <c:f>'Chart Data'!$D$2:$D$33</c:f>
              <c:numCache>
                <c:formatCode>General</c:formatCode>
                <c:ptCount val="32"/>
                <c:pt idx="0">
                  <c:v>76</c:v>
                </c:pt>
                <c:pt idx="1">
                  <c:v>75</c:v>
                </c:pt>
                <c:pt idx="2">
                  <c:v>74</c:v>
                </c:pt>
                <c:pt idx="3">
                  <c:v>76</c:v>
                </c:pt>
                <c:pt idx="4">
                  <c:v>73</c:v>
                </c:pt>
                <c:pt idx="5">
                  <c:v>74</c:v>
                </c:pt>
                <c:pt idx="6">
                  <c:v>81</c:v>
                </c:pt>
                <c:pt idx="7">
                  <c:v>79</c:v>
                </c:pt>
                <c:pt idx="8">
                  <c:v>78</c:v>
                </c:pt>
                <c:pt idx="9">
                  <c:v>79</c:v>
                </c:pt>
                <c:pt idx="10">
                  <c:v>78</c:v>
                </c:pt>
                <c:pt idx="11">
                  <c:v>72</c:v>
                </c:pt>
                <c:pt idx="12">
                  <c:v>72</c:v>
                </c:pt>
                <c:pt idx="13">
                  <c:v>71</c:v>
                </c:pt>
                <c:pt idx="14">
                  <c:v>74</c:v>
                </c:pt>
                <c:pt idx="15">
                  <c:v>73</c:v>
                </c:pt>
                <c:pt idx="16">
                  <c:v>71</c:v>
                </c:pt>
                <c:pt idx="17">
                  <c:v>66</c:v>
                </c:pt>
                <c:pt idx="18">
                  <c:v>63</c:v>
                </c:pt>
                <c:pt idx="19">
                  <c:v>70</c:v>
                </c:pt>
                <c:pt idx="20">
                  <c:v>76</c:v>
                </c:pt>
                <c:pt idx="21">
                  <c:v>71</c:v>
                </c:pt>
                <c:pt idx="22">
                  <c:v>73</c:v>
                </c:pt>
                <c:pt idx="23">
                  <c:v>78</c:v>
                </c:pt>
                <c:pt idx="24">
                  <c:v>76</c:v>
                </c:pt>
                <c:pt idx="25">
                  <c:v>77</c:v>
                </c:pt>
                <c:pt idx="26">
                  <c:v>75</c:v>
                </c:pt>
                <c:pt idx="27">
                  <c:v>72</c:v>
                </c:pt>
                <c:pt idx="28">
                  <c:v>73</c:v>
                </c:pt>
                <c:pt idx="29">
                  <c:v>75</c:v>
                </c:pt>
                <c:pt idx="30">
                  <c:v>78</c:v>
                </c:pt>
                <c:pt idx="31">
                  <c:v>73</c:v>
                </c:pt>
              </c:numCache>
            </c:numRef>
          </c:yVal>
        </c:ser>
        <c:ser>
          <c:idx val="2"/>
          <c:order val="2"/>
          <c:tx>
            <c:v>Asia</c:v>
          </c:tx>
          <c:spPr>
            <a:ln xmlns:a="http://schemas.openxmlformats.org/drawingml/2006/main" w="0">
              <a:noFill/>
            </a:ln>
          </c:spPr>
          <c:marker>
            <c:symbol val="circle"/>
            <c:size val="7"/>
            <c:spPr>
              <a:solidFill xmlns:a="http://schemas.openxmlformats.org/drawingml/2006/main">
                <a:srgbClr val="DBD8D2"/>
              </a:solidFill>
            </c:spPr>
          </c:marker>
          <c:xVal>
            <c:numRef>
              <c:f>'Chart Data'!$E$2:$E$41</c:f>
              <c:numCache>
                <c:formatCode>General</c:formatCode>
                <c:ptCount val="40"/>
                <c:pt idx="0">
                  <c:v>1970</c:v>
                </c:pt>
                <c:pt idx="1">
                  <c:v>13300</c:v>
                </c:pt>
                <c:pt idx="2">
                  <c:v>13700</c:v>
                </c:pt>
                <c:pt idx="3">
                  <c:v>48000</c:v>
                </c:pt>
                <c:pt idx="4">
                  <c:v>5590</c:v>
                </c:pt>
                <c:pt idx="5">
                  <c:v>10500</c:v>
                </c:pt>
                <c:pt idx="6">
                  <c:v>4280</c:v>
                </c:pt>
                <c:pt idx="7">
                  <c:v>16300</c:v>
                </c:pt>
                <c:pt idx="8">
                  <c:v>38300</c:v>
                </c:pt>
                <c:pt idx="9">
                  <c:v>13900</c:v>
                </c:pt>
                <c:pt idx="10">
                  <c:v>6140</c:v>
                </c:pt>
                <c:pt idx="11">
                  <c:v>11500</c:v>
                </c:pt>
                <c:pt idx="12">
                  <c:v>8860</c:v>
                </c:pt>
                <c:pt idx="13">
                  <c:v>39700</c:v>
                </c:pt>
                <c:pt idx="14">
                  <c:v>9060</c:v>
                </c:pt>
                <c:pt idx="15">
                  <c:v>43800</c:v>
                </c:pt>
                <c:pt idx="16">
                  <c:v>4810</c:v>
                </c:pt>
                <c:pt idx="17">
                  <c:v>13800</c:v>
                </c:pt>
                <c:pt idx="18">
                  <c:v>25800</c:v>
                </c:pt>
                <c:pt idx="19">
                  <c:v>13800</c:v>
                </c:pt>
                <c:pt idx="20">
                  <c:v>11700</c:v>
                </c:pt>
                <c:pt idx="21">
                  <c:v>4620</c:v>
                </c:pt>
                <c:pt idx="22">
                  <c:v>3760</c:v>
                </c:pt>
                <c:pt idx="23">
                  <c:v>1810</c:v>
                </c:pt>
                <c:pt idx="24">
                  <c:v>33100</c:v>
                </c:pt>
                <c:pt idx="25">
                  <c:v>5000</c:v>
                </c:pt>
                <c:pt idx="26">
                  <c:v>5400</c:v>
                </c:pt>
                <c:pt idx="27">
                  <c:v>7770</c:v>
                </c:pt>
                <c:pt idx="28">
                  <c:v>89000</c:v>
                </c:pt>
                <c:pt idx="29">
                  <c:v>44300</c:v>
                </c:pt>
                <c:pt idx="30">
                  <c:v>94200</c:v>
                </c:pt>
                <c:pt idx="31">
                  <c:v>42400</c:v>
                </c:pt>
                <c:pt idx="32">
                  <c:v>12900</c:v>
                </c:pt>
                <c:pt idx="33">
                  <c:v>3520</c:v>
                </c:pt>
                <c:pt idx="34">
                  <c:v>3650</c:v>
                </c:pt>
                <c:pt idx="35">
                  <c:v>16900</c:v>
                </c:pt>
                <c:pt idx="36">
                  <c:v>4860</c:v>
                </c:pt>
                <c:pt idx="37">
                  <c:v>28500</c:v>
                </c:pt>
                <c:pt idx="38">
                  <c:v>7410</c:v>
                </c:pt>
                <c:pt idx="39">
                  <c:v>1780</c:v>
                </c:pt>
              </c:numCache>
            </c:numRef>
          </c:xVal>
          <c:yVal>
            <c:numRef>
              <c:f>'Chart Data'!$F$2:$F$41</c:f>
              <c:numCache>
                <c:formatCode>General</c:formatCode>
                <c:ptCount val="40"/>
                <c:pt idx="0">
                  <c:v>62</c:v>
                </c:pt>
                <c:pt idx="1">
                  <c:v>72</c:v>
                </c:pt>
                <c:pt idx="2">
                  <c:v>64</c:v>
                </c:pt>
                <c:pt idx="3">
                  <c:v>76</c:v>
                </c:pt>
                <c:pt idx="4">
                  <c:v>73</c:v>
                </c:pt>
                <c:pt idx="5">
                  <c:v>73</c:v>
                </c:pt>
                <c:pt idx="6">
                  <c:v>69</c:v>
                </c:pt>
                <c:pt idx="7">
                  <c:v>77</c:v>
                </c:pt>
                <c:pt idx="8">
                  <c:v>80</c:v>
                </c:pt>
                <c:pt idx="9">
                  <c:v>72</c:v>
                </c:pt>
                <c:pt idx="10">
                  <c:v>70</c:v>
                </c:pt>
                <c:pt idx="11">
                  <c:v>69</c:v>
                </c:pt>
                <c:pt idx="12">
                  <c:v>70</c:v>
                </c:pt>
                <c:pt idx="13">
                  <c:v>82</c:v>
                </c:pt>
                <c:pt idx="14">
                  <c:v>77</c:v>
                </c:pt>
                <c:pt idx="15">
                  <c:v>78</c:v>
                </c:pt>
                <c:pt idx="16">
                  <c:v>71</c:v>
                </c:pt>
                <c:pt idx="17">
                  <c:v>75</c:v>
                </c:pt>
                <c:pt idx="18">
                  <c:v>75</c:v>
                </c:pt>
                <c:pt idx="19">
                  <c:v>78</c:v>
                </c:pt>
                <c:pt idx="20">
                  <c:v>68</c:v>
                </c:pt>
                <c:pt idx="21">
                  <c:v>69</c:v>
                </c:pt>
                <c:pt idx="22">
                  <c:v>70</c:v>
                </c:pt>
                <c:pt idx="23">
                  <c:v>73</c:v>
                </c:pt>
                <c:pt idx="24">
                  <c:v>70</c:v>
                </c:pt>
                <c:pt idx="25">
                  <c:v>65</c:v>
                </c:pt>
                <c:pt idx="26">
                  <c:v>74</c:v>
                </c:pt>
                <c:pt idx="27">
                  <c:v>72</c:v>
                </c:pt>
                <c:pt idx="28">
                  <c:v>74</c:v>
                </c:pt>
                <c:pt idx="29">
                  <c:v>73</c:v>
                </c:pt>
                <c:pt idx="30">
                  <c:v>83</c:v>
                </c:pt>
                <c:pt idx="31">
                  <c:v>82</c:v>
                </c:pt>
                <c:pt idx="32">
                  <c:v>77</c:v>
                </c:pt>
                <c:pt idx="33">
                  <c:v>74</c:v>
                </c:pt>
                <c:pt idx="34">
                  <c:v>66</c:v>
                </c:pt>
                <c:pt idx="35">
                  <c:v>78</c:v>
                </c:pt>
                <c:pt idx="36">
                  <c:v>70</c:v>
                </c:pt>
                <c:pt idx="37">
                  <c:v>76</c:v>
                </c:pt>
                <c:pt idx="38">
                  <c:v>67</c:v>
                </c:pt>
                <c:pt idx="39">
                  <c:v>67</c:v>
                </c:pt>
              </c:numCache>
            </c:numRef>
          </c:yVal>
        </c:ser>
        <c:ser>
          <c:idx val="3"/>
          <c:order val="3"/>
          <c:tx>
            <c:v>Europe</c:v>
          </c:tx>
          <c:spPr>
            <a:ln xmlns:a="http://schemas.openxmlformats.org/drawingml/2006/main" w="0">
              <a:noFill/>
            </a:ln>
          </c:spPr>
          <c:marker>
            <c:symbol val="circle"/>
            <c:size val="7"/>
            <c:spPr>
              <a:solidFill xmlns:a="http://schemas.openxmlformats.org/drawingml/2006/main">
                <a:srgbClr val="DBD8D2"/>
              </a:solidFill>
            </c:spPr>
          </c:marker>
          <c:xVal>
            <c:numRef>
              <c:f>'Chart Data'!$G$2:$G$40</c:f>
              <c:numCache>
                <c:formatCode>General</c:formatCode>
                <c:ptCount val="39"/>
                <c:pt idx="0">
                  <c:v>13300</c:v>
                </c:pt>
                <c:pt idx="1">
                  <c:v>49700</c:v>
                </c:pt>
                <c:pt idx="2">
                  <c:v>52100</c:v>
                </c:pt>
                <c:pt idx="3">
                  <c:v>19200</c:v>
                </c:pt>
                <c:pt idx="4">
                  <c:v>48700</c:v>
                </c:pt>
                <c:pt idx="5">
                  <c:v>14600</c:v>
                </c:pt>
                <c:pt idx="6">
                  <c:v>22500</c:v>
                </c:pt>
                <c:pt idx="7">
                  <c:v>27000</c:v>
                </c:pt>
                <c:pt idx="8">
                  <c:v>38600</c:v>
                </c:pt>
                <c:pt idx="9">
                  <c:v>54500</c:v>
                </c:pt>
                <c:pt idx="10">
                  <c:v>36100</c:v>
                </c:pt>
                <c:pt idx="11">
                  <c:v>47500</c:v>
                </c:pt>
                <c:pt idx="12">
                  <c:v>42400</c:v>
                </c:pt>
                <c:pt idx="13">
                  <c:v>51600</c:v>
                </c:pt>
                <c:pt idx="14">
                  <c:v>26900</c:v>
                </c:pt>
                <c:pt idx="15">
                  <c:v>31300</c:v>
                </c:pt>
                <c:pt idx="16">
                  <c:v>51200</c:v>
                </c:pt>
                <c:pt idx="17">
                  <c:v>90100</c:v>
                </c:pt>
                <c:pt idx="18">
                  <c:v>38600</c:v>
                </c:pt>
                <c:pt idx="19">
                  <c:v>29800</c:v>
                </c:pt>
                <c:pt idx="20">
                  <c:v>37100</c:v>
                </c:pt>
                <c:pt idx="21">
                  <c:v>110000</c:v>
                </c:pt>
                <c:pt idx="22">
                  <c:v>40800</c:v>
                </c:pt>
                <c:pt idx="23">
                  <c:v>208000</c:v>
                </c:pt>
                <c:pt idx="24">
                  <c:v>18300</c:v>
                </c:pt>
                <c:pt idx="25">
                  <c:v>53600</c:v>
                </c:pt>
                <c:pt idx="26">
                  <c:v>63800</c:v>
                </c:pt>
                <c:pt idx="27">
                  <c:v>32500</c:v>
                </c:pt>
                <c:pt idx="28">
                  <c:v>32100</c:v>
                </c:pt>
                <c:pt idx="29">
                  <c:v>29100</c:v>
                </c:pt>
                <c:pt idx="30">
                  <c:v>26600</c:v>
                </c:pt>
                <c:pt idx="31">
                  <c:v>56400</c:v>
                </c:pt>
                <c:pt idx="32">
                  <c:v>18200</c:v>
                </c:pt>
                <c:pt idx="33">
                  <c:v>31000</c:v>
                </c:pt>
                <c:pt idx="34">
                  <c:v>37100</c:v>
                </c:pt>
                <c:pt idx="35">
                  <c:v>35700</c:v>
                </c:pt>
                <c:pt idx="36">
                  <c:v>51000</c:v>
                </c:pt>
                <c:pt idx="37">
                  <c:v>67000</c:v>
                </c:pt>
                <c:pt idx="38">
                  <c:v>12400</c:v>
                </c:pt>
              </c:numCache>
            </c:numRef>
          </c:xVal>
          <c:yVal>
            <c:numRef>
              <c:f>'Chart Data'!$H$2:$H$40</c:f>
              <c:numCache>
                <c:formatCode>General</c:formatCode>
                <c:ptCount val="39"/>
                <c:pt idx="0">
                  <c:v>76</c:v>
                </c:pt>
                <c:pt idx="1">
                  <c:v>78</c:v>
                </c:pt>
                <c:pt idx="2">
                  <c:v>81</c:v>
                </c:pt>
                <c:pt idx="3">
                  <c:v>72</c:v>
                </c:pt>
                <c:pt idx="4">
                  <c:v>80</c:v>
                </c:pt>
                <c:pt idx="5">
                  <c:v>76</c:v>
                </c:pt>
                <c:pt idx="6">
                  <c:v>72</c:v>
                </c:pt>
                <c:pt idx="7">
                  <c:v>77</c:v>
                </c:pt>
                <c:pt idx="8">
                  <c:v>78</c:v>
                </c:pt>
                <c:pt idx="9">
                  <c:v>81</c:v>
                </c:pt>
                <c:pt idx="10">
                  <c:v>77</c:v>
                </c:pt>
                <c:pt idx="11">
                  <c:v>81</c:v>
                </c:pt>
                <c:pt idx="12">
                  <c:v>82</c:v>
                </c:pt>
                <c:pt idx="13">
                  <c:v>80</c:v>
                </c:pt>
                <c:pt idx="14">
                  <c:v>80</c:v>
                </c:pt>
                <c:pt idx="15">
                  <c:v>75</c:v>
                </c:pt>
                <c:pt idx="16">
                  <c:v>84</c:v>
                </c:pt>
                <c:pt idx="17">
                  <c:v>82</c:v>
                </c:pt>
                <c:pt idx="18">
                  <c:v>82</c:v>
                </c:pt>
                <c:pt idx="19">
                  <c:v>75</c:v>
                </c:pt>
                <c:pt idx="20">
                  <c:v>75</c:v>
                </c:pt>
                <c:pt idx="21">
                  <c:v>82</c:v>
                </c:pt>
                <c:pt idx="22">
                  <c:v>82</c:v>
                </c:pt>
                <c:pt idx="23">
                  <c:v>80</c:v>
                </c:pt>
                <c:pt idx="24">
                  <c:v>75</c:v>
                </c:pt>
                <c:pt idx="25">
                  <c:v>81</c:v>
                </c:pt>
                <c:pt idx="26">
                  <c:v>83</c:v>
                </c:pt>
                <c:pt idx="27">
                  <c:v>77</c:v>
                </c:pt>
                <c:pt idx="28">
                  <c:v>81</c:v>
                </c:pt>
                <c:pt idx="29">
                  <c:v>74</c:v>
                </c:pt>
                <c:pt idx="30">
                  <c:v>70</c:v>
                </c:pt>
                <c:pt idx="31">
                  <c:v>78</c:v>
                </c:pt>
                <c:pt idx="32">
                  <c:v>74</c:v>
                </c:pt>
                <c:pt idx="33">
                  <c:v>76</c:v>
                </c:pt>
                <c:pt idx="34">
                  <c:v>80</c:v>
                </c:pt>
                <c:pt idx="35">
                  <c:v>81</c:v>
                </c:pt>
                <c:pt idx="36">
                  <c:v>82</c:v>
                </c:pt>
                <c:pt idx="37">
                  <c:v>83</c:v>
                </c:pt>
                <c:pt idx="38">
                  <c:v>71</c:v>
                </c:pt>
              </c:numCache>
            </c:numRef>
          </c:yVal>
        </c:ser>
        <c:ser>
          <c:idx val="4"/>
          <c:order val="4"/>
          <c:tx>
            <c:v>Oceania</c:v>
          </c:tx>
          <c:spPr>
            <a:ln xmlns:a="http://schemas.openxmlformats.org/drawingml/2006/main" w="0">
              <a:noFill/>
            </a:ln>
          </c:spPr>
          <c:marker>
            <c:symbol val="circle"/>
            <c:size val="7"/>
            <c:spPr>
              <a:solidFill xmlns:a="http://schemas.openxmlformats.org/drawingml/2006/main">
                <a:srgbClr val="DBD8D2"/>
              </a:solidFill>
            </c:spPr>
          </c:marker>
          <c:xVal>
            <c:numRef>
              <c:f>'Chart Data'!$I$2:$I$14</c:f>
              <c:numCache>
                <c:formatCode>General</c:formatCode>
                <c:ptCount val="13"/>
                <c:pt idx="0">
                  <c:v>48800</c:v>
                </c:pt>
                <c:pt idx="1">
                  <c:v>10900</c:v>
                </c:pt>
                <c:pt idx="2">
                  <c:v>1880</c:v>
                </c:pt>
                <c:pt idx="3">
                  <c:v>5710</c:v>
                </c:pt>
                <c:pt idx="4">
                  <c:v>10400</c:v>
                </c:pt>
                <c:pt idx="5">
                  <c:v>42300</c:v>
                </c:pt>
                <c:pt idx="6">
                  <c:v>16100</c:v>
                </c:pt>
                <c:pt idx="7">
                  <c:v>3770</c:v>
                </c:pt>
                <c:pt idx="8">
                  <c:v>6060</c:v>
                </c:pt>
                <c:pt idx="9">
                  <c:v>2390</c:v>
                </c:pt>
                <c:pt idx="10">
                  <c:v>6360</c:v>
                </c:pt>
                <c:pt idx="11">
                  <c:v>4580</c:v>
                </c:pt>
                <c:pt idx="12">
                  <c:v>2910</c:v>
                </c:pt>
              </c:numCache>
            </c:numRef>
          </c:xVal>
          <c:yVal>
            <c:numRef>
              <c:f>'Chart Data'!$J$2:$J$14</c:f>
              <c:numCache>
                <c:formatCode>General</c:formatCode>
                <c:ptCount val="13"/>
                <c:pt idx="0">
                  <c:v>84</c:v>
                </c:pt>
                <c:pt idx="1">
                  <c:v>68</c:v>
                </c:pt>
                <c:pt idx="2">
                  <c:v>60</c:v>
                </c:pt>
                <c:pt idx="3">
                  <c:v>65</c:v>
                </c:pt>
                <c:pt idx="4">
                  <c:v>63</c:v>
                </c:pt>
                <c:pt idx="5">
                  <c:v>82</c:v>
                </c:pt>
                <c:pt idx="6">
                  <c:v>68</c:v>
                </c:pt>
                <c:pt idx="7">
                  <c:v>65</c:v>
                </c:pt>
                <c:pt idx="8">
                  <c:v>71</c:v>
                </c:pt>
                <c:pt idx="9">
                  <c:v>59</c:v>
                </c:pt>
                <c:pt idx="10">
                  <c:v>73</c:v>
                </c:pt>
                <c:pt idx="11">
                  <c:v>68</c:v>
                </c:pt>
                <c:pt idx="12">
                  <c:v>65</c:v>
                </c:pt>
              </c:numCache>
            </c:numRef>
          </c:yVal>
        </c:ser>
        <c:ser>
          <c:idx val="5"/>
          <c:order val="5"/>
          <c:tx>
            <c:v>Unknown</c:v>
          </c:tx>
          <c:spPr>
            <a:ln xmlns:a="http://schemas.openxmlformats.org/drawingml/2006/main" w="0">
              <a:noFill/>
            </a:ln>
          </c:spPr>
          <c:marker>
            <c:symbol val="circle"/>
            <c:size val="7"/>
            <c:spPr>
              <a:solidFill xmlns:a="http://schemas.openxmlformats.org/drawingml/2006/main">
                <a:srgbClr val="DBD8D2"/>
              </a:solidFill>
            </c:spPr>
          </c:marker>
          <c:xVal>
            <c:numRef>
              <c:f>'Chart Data'!$K$2:$K$18</c:f>
              <c:numCache>
                <c:formatCode>General</c:formatCode>
                <c:ptCount val="17"/>
                <c:pt idx="0">
                  <c:v>7680</c:v>
                </c:pt>
                <c:pt idx="1">
                  <c:v>61600</c:v>
                </c:pt>
                <c:pt idx="2">
                  <c:v>6220</c:v>
                </c:pt>
                <c:pt idx="3">
                  <c:v>3280</c:v>
                </c:pt>
                <c:pt idx="4">
                  <c:v>14400</c:v>
                </c:pt>
                <c:pt idx="5">
                  <c:v>25600</c:v>
                </c:pt>
                <c:pt idx="6">
                  <c:v>7760</c:v>
                </c:pt>
                <c:pt idx="7">
                  <c:v>3250</c:v>
                </c:pt>
                <c:pt idx="8">
                  <c:v>11800</c:v>
                </c:pt>
                <c:pt idx="9">
                  <c:v>15800</c:v>
                </c:pt>
                <c:pt idx="10">
                  <c:v>26300</c:v>
                </c:pt>
                <c:pt idx="11">
                  <c:v>53100</c:v>
                </c:pt>
                <c:pt idx="12">
                  <c:v>15200</c:v>
                </c:pt>
                <c:pt idx="13">
                  <c:v>67400</c:v>
                </c:pt>
                <c:pt idx="14">
                  <c:v>41300</c:v>
                </c:pt>
                <c:pt idx="15">
                  <c:v>60200</c:v>
                </c:pt>
                <c:pt idx="16">
                  <c:v>10500</c:v>
                </c:pt>
              </c:numCache>
            </c:numRef>
          </c:xVal>
          <c:yVal>
            <c:numRef>
              <c:f>'Chart Data'!$L$2:$L$18</c:f>
              <c:numCache>
                <c:formatCode>General</c:formatCode>
                <c:ptCount val="17"/>
                <c:pt idx="0">
                  <c:v>68</c:v>
                </c:pt>
                <c:pt idx="1">
                  <c:v>74</c:v>
                </c:pt>
                <c:pt idx="2">
                  <c:v>72</c:v>
                </c:pt>
                <c:pt idx="3">
                  <c:v>66</c:v>
                </c:pt>
                <c:pt idx="4">
                  <c:v>76</c:v>
                </c:pt>
                <c:pt idx="5">
                  <c:v>70</c:v>
                </c:pt>
                <c:pt idx="6">
                  <c:v>69</c:v>
                </c:pt>
                <c:pt idx="7">
                  <c:v>63</c:v>
                </c:pt>
                <c:pt idx="8">
                  <c:v>73</c:v>
                </c:pt>
                <c:pt idx="9">
                  <c:v>72</c:v>
                </c:pt>
                <c:pt idx="10">
                  <c:v>72</c:v>
                </c:pt>
                <c:pt idx="11">
                  <c:v>80</c:v>
                </c:pt>
                <c:pt idx="12">
                  <c:v>70</c:v>
                </c:pt>
                <c:pt idx="13">
                  <c:v>73</c:v>
                </c:pt>
                <c:pt idx="14">
                  <c:v>79</c:v>
                </c:pt>
                <c:pt idx="15">
                  <c:v>77</c:v>
                </c:pt>
                <c:pt idx="16">
                  <c:v>75</c:v>
                </c:pt>
              </c:numCache>
            </c:numRef>
          </c:yVal>
        </c:ser>
        <c:ser>
          <c:idx val="6"/>
          <c:order val="6"/>
          <c:tx>
            <c:v>Japan</c:v>
          </c:tx>
          <c:spPr>
            <a:ln xmlns:a="http://schemas.openxmlformats.org/drawingml/2006/main" w="0">
              <a:noFill/>
            </a:ln>
          </c:spPr>
          <c:marker>
            <c:symbol val="circle"/>
            <c:size val="7"/>
            <c:spPr>
              <a:solidFill xmlns:a="http://schemas.openxmlformats.org/drawingml/2006/main">
                <a:srgbClr val="B23C50"/>
              </a:solidFill>
            </c:spPr>
          </c:marker>
          <c:dLbls>
            <c:dLbl>
              <c:idx val="0"/>
              <c:tx>
                <c:rich>
                  <a:bodyPr xmlns:a="http://schemas.openxmlformats.org/drawingml/2006/main"/>
                  <a:lstStyle xmlns:a="http://schemas.openxmlformats.org/drawingml/2006/main"/>
                  <a:p xmlns:a="http://schemas.openxmlformats.org/drawingml/2006/main">
                    <a:r>
                      <a:rPr sz="1425">
                        <a:solidFill>
                          <a:srgbClr val="B23C50"/>
                        </a:solidFill>
                        <a:latin typeface="Ubuntu Condensed"/>
                        <a:ea typeface="Ubuntu Condensed"/>
                        <a:cs typeface="Ubuntu Condensed"/>
                      </a:rPr>
                      <a:t>Japan</a:t>
                    </a:r>
                  </a:p>
                </c:rich>
              </c:tx>
              <c:txPr>
                <a:bodyPr xmlns:a="http://schemas.openxmlformats.org/drawingml/2006/main" anchorCtr="1"/>
                <a:lstStyle xmlns:a="http://schemas.openxmlformats.org/drawingml/2006/main"/>
                <a:p xmlns:a="http://schemas.openxmlformats.org/drawingml/2006/main">
                  <a:pPr>
                    <a:defRPr sz="1425">
                      <a:solidFill>
                        <a:srgbClr val="B23C50"/>
                      </a:solidFill>
                      <a:latin typeface="Ubuntu Condensed"/>
                      <a:ea typeface="Ubuntu Condensed"/>
                      <a:cs typeface="Ubuntu Condensed"/>
                    </a:defRPr>
                  </a:pPr>
                </a:p>
              </c:txPr>
              <c:dLblPos val="t"/>
              <c:showVal val="0"/>
            </c:dLbl>
          </c:dLbls>
          <c:xVal>
            <c:numRef>
              <c:f>'Chart Data'!$M$2:$M$2</c:f>
              <c:numCache>
                <c:formatCode>General</c:formatCode>
                <c:ptCount val="1"/>
                <c:pt idx="0">
                  <c:v>39800</c:v>
                </c:pt>
              </c:numCache>
            </c:numRef>
          </c:xVal>
          <c:yVal>
            <c:numRef>
              <c:f>'Chart Data'!$N$2:$N$2</c:f>
              <c:numCache>
                <c:formatCode>General</c:formatCode>
                <c:ptCount val="1"/>
                <c:pt idx="0">
                  <c:v>85</c:v>
                </c:pt>
              </c:numCache>
            </c:numRef>
          </c:yVal>
        </c:ser>
        <c:dLbls>
          <c:txPr>
            <a:bodyPr xmlns:a="http://schemas.openxmlformats.org/drawingml/2006/main" anchorCtr="1"/>
            <a:lstStyle xmlns:a="http://schemas.openxmlformats.org/drawingml/2006/main"/>
            <a:p xmlns:a="http://schemas.openxmlformats.org/drawingml/2006/main">
              <a:pPr>
                <a:defRPr>
                  <a:latin typeface="Ubuntu Condensed"/>
                  <a:ea typeface="Ubuntu Condensed"/>
                  <a:cs typeface="Ubuntu Condensed"/>
                </a:defRPr>
              </a:pPr>
            </a:p>
          </c:txPr>
          <c:showLegendKey val="0"/>
          <c:showVal val="0"/>
          <c:showCatName val="0"/>
          <c:showSerName val="0"/>
          <c:showPercent val="0"/>
          <c:showBubbleSize val="0"/>
          <c:showLeaderLines val="0"/>
        </c:dLbls>
        <c:axId val="48650112"/>
        <c:axId val="48672768"/>
      </c:scatterChart>
      <c:valAx>
        <c:axId val="48672768"/>
        <c:scaling>
          <c:orientation val="minMax"/>
          <c:max val="90"/>
          <c:min val="40"/>
        </c:scaling>
        <c:delete val="0"/>
        <c:axPos val="l"/>
        <c:majorGridlines>
          <c:spPr>
            <a:ln xmlns:a="http://schemas.openxmlformats.org/drawingml/2006/main" w="9525">
              <a:solidFill>
                <a:srgbClr val="EAE7E1"/>
              </a:solidFill>
            </a:ln>
          </c:spPr>
        </c:majorGridlines>
        <c:title>
          <c:tx>
            <c:rich>
              <a:bodyPr xmlns:a="http://schemas.openxmlformats.org/drawingml/2006/main"/>
              <a:lstStyle xmlns:a="http://schemas.openxmlformats.org/drawingml/2006/main"/>
              <a:p xmlns:a="http://schemas.openxmlformats.org/drawingml/2006/main">
                <a:r>
                  <a:rPr sz="1425">
                    <a:solidFill>
                      <a:srgbClr val="38332E"/>
                    </a:solidFill>
                    <a:latin typeface="Ubuntu Condensed"/>
                    <a:ea typeface="Ubuntu Condensed"/>
                    <a:cs typeface="Ubuntu Condensed"/>
                  </a:rPr>
                  <a:t>Life Expectancy</a:t>
                </a:r>
              </a:p>
            </c:rich>
          </c:tx>
          <c:overlay val="0"/>
          <c:txPr>
            <a:bodyPr xmlns:a="http://schemas.openxmlformats.org/drawingml/2006/main" anchorCtr="1"/>
            <a:lstStyle xmlns:a="http://schemas.openxmlformats.org/drawingml/2006/main"/>
            <a:p xmlns:a="http://schemas.openxmlformats.org/drawingml/2006/main">
              <a:pPr>
                <a:defRPr sz="1425">
                  <a:solidFill>
                    <a:srgbClr val="38332E"/>
                  </a:solidFill>
                  <a:latin typeface="Ubuntu Condensed"/>
                  <a:ea typeface="Ubuntu Condensed"/>
                  <a:cs typeface="Ubuntu Condensed"/>
                </a:defRPr>
              </a:pPr>
            </a:p>
          </c:txPr>
        </c:title>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81796F"/>
                </a:solidFill>
                <a:latin typeface="Ubuntu Condensed"/>
                <a:ea typeface="Ubuntu Condensed"/>
                <a:cs typeface="Ubuntu Condensed"/>
              </a:defRPr>
            </a:pPr>
          </a:p>
        </c:txPr>
        <c:crossAx val="48650112"/>
        <c:majorUnit val="10"/>
      </c:valAx>
      <c:valAx>
        <c:axId val="48650112"/>
        <c:scaling>
          <c:orientation val="minMax"/>
          <c:max val="220000"/>
          <c:min val="0"/>
        </c:scaling>
        <c:delete val="0"/>
        <c:axPos val="b"/>
        <c:majorGridlines>
          <c:spPr>
            <a:ln xmlns:a="http://schemas.openxmlformats.org/drawingml/2006/main" w="9525">
              <a:solidFill>
                <a:srgbClr val="EAE7E1"/>
              </a:solidFill>
            </a:ln>
          </c:spPr>
        </c:majorGridlines>
        <c:title>
          <c:tx>
            <c:rich>
              <a:bodyPr xmlns:a="http://schemas.openxmlformats.org/drawingml/2006/main"/>
              <a:lstStyle xmlns:a="http://schemas.openxmlformats.org/drawingml/2006/main"/>
              <a:p xmlns:a="http://schemas.openxmlformats.org/drawingml/2006/main">
                <a:r>
                  <a:rPr sz="1425">
                    <a:solidFill>
                      <a:srgbClr val="38332E"/>
                    </a:solidFill>
                    <a:latin typeface="Ubuntu Condensed"/>
                    <a:ea typeface="Ubuntu Condensed"/>
                    <a:cs typeface="Ubuntu Condensed"/>
                  </a:rPr>
                  <a:t>GDP</a:t>
                </a:r>
              </a:p>
            </c:rich>
          </c:tx>
          <c:overlay val="0"/>
          <c:txPr>
            <a:bodyPr xmlns:a="http://schemas.openxmlformats.org/drawingml/2006/main" anchorCtr="1"/>
            <a:lstStyle xmlns:a="http://schemas.openxmlformats.org/drawingml/2006/main"/>
            <a:p xmlns:a="http://schemas.openxmlformats.org/drawingml/2006/main">
              <a:pPr>
                <a:defRPr sz="1425">
                  <a:solidFill>
                    <a:srgbClr val="38332E"/>
                  </a:solidFill>
                  <a:latin typeface="Ubuntu Condensed"/>
                  <a:ea typeface="Ubuntu Condensed"/>
                  <a:cs typeface="Ubuntu Condensed"/>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81796F"/>
                </a:solidFill>
                <a:latin typeface="Ubuntu Condensed"/>
                <a:ea typeface="Ubuntu Condensed"/>
                <a:cs typeface="Ubuntu Condensed"/>
              </a:defRPr>
            </a:pPr>
          </a:p>
        </c:txPr>
        <c:crossAx val="48672768"/>
        <c:majorUnit val="100000"/>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1BFA0A1-D077-4F1A-A32D-1C24031E6819}"/>
              </a:ext>
            </a:extLst>
          </p:cNvPr>
          <p:cNvSpPr>
            <a:spLocks xmlns:a="http://schemas.openxmlformats.org/drawingml/2006/main" noGrp="1"/>
          </p:cNvSpPr>
          <p:nvPr/>
        </p:nvSpPr>
        <p:spPr>
          <a:xfrm xmlns:a="http://schemas.openxmlformats.org/drawingml/2006/main">
            <a:off x="419100" y="266700"/>
            <a:ext cx="11353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a:solidFill>
                  <a:srgbClr val="38332E"/>
                </a:solidFill>
                <a:latin typeface="Ubuntu Condensed"/>
                <a:ea typeface="Ubuntu Condensed"/>
                <a:cs typeface="Ubuntu Condensed"/>
              </a:defRPr>
            </a:defPPr>
          </a:lstStyle>
          <a:p xmlns:a="http://schemas.openxmlformats.org/drawingml/2006/main">
            <a:pPr>
              <a:defRPr sz="3450">
                <a:solidFill>
                  <a:srgbClr val="38332E"/>
                </a:solidFill>
                <a:latin typeface="Ubuntu Condensed"/>
                <a:ea typeface="Ubuntu Condensed"/>
                <a:cs typeface="Ubuntu Condensed"/>
              </a:defRPr>
            </a:pPr>
            <a:r>
              <a:rPr sz="3450">
                <a:solidFill>
                  <a:srgbClr val="38332E"/>
                </a:solidFill>
                <a:latin typeface="Ubuntu Condensed"/>
                <a:ea typeface="Ubuntu Condensed"/>
                <a:cs typeface="Ubuntu Condensed"/>
              </a:rPr>
              <a:t>Today's tip: a Tableau dashboard</a:t>
            </a:r>
          </a:p>
        </p:txBody>
      </p:sp>
      <p:sp>
        <p:nvSpPr>
          <p:cNvPr id="2" name="">
            <a:extLst xmlns:a="http://schemas.openxmlformats.org/drawingml/2006/main">
              <a:ext uri="{FF2B5EF4-FFF2-40B4-BE49-F238E27FC236}">
                <a16:creationId xmlns:a16="http://schemas.microsoft.com/office/drawing/2014/main" id="{6CBD55A9-C61C-42ED-81B8-03854C85E98D}"/>
              </a:ext>
            </a:extLst>
          </p:cNvPr>
          <p:cNvSpPr>
            <a:spLocks xmlns:a="http://schemas.openxmlformats.org/drawingml/2006/main" noGrp="1"/>
          </p:cNvSpPr>
          <p:nvPr/>
        </p:nvSpPr>
        <p:spPr>
          <a:xfrm xmlns:a="http://schemas.openxmlformats.org/drawingml/2006/main">
            <a:off x="438150" y="990600"/>
            <a:ext cx="1133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81796F"/>
                </a:solidFill>
                <a:latin typeface="Ubuntu Condensed"/>
                <a:ea typeface="Ubuntu Condensed"/>
                <a:cs typeface="Ubuntu Condensed"/>
              </a:defRPr>
            </a:defPPr>
          </a:lstStyle>
          <a:p xmlns:a="http://schemas.openxmlformats.org/drawingml/2006/main">
            <a:pPr>
              <a:defRPr sz="1875">
                <a:solidFill>
                  <a:srgbClr val="81796F"/>
                </a:solidFill>
                <a:latin typeface="Ubuntu Condensed"/>
                <a:ea typeface="Ubuntu Condensed"/>
                <a:cs typeface="Ubuntu Condensed"/>
              </a:defRPr>
            </a:pPr>
            <a:r>
              <a:rPr sz="1875">
                <a:solidFill>
                  <a:srgbClr val="81796F"/>
                </a:solidFill>
                <a:latin typeface="Ubuntu Condensed"/>
                <a:ea typeface="Ubuntu Condensed"/>
                <a:cs typeface="Ubuntu Condensed"/>
              </a:rPr>
              <a:t>Last week’s Gapminder chart, connected to a country’s history</a:t>
            </a:r>
          </a:p>
        </p:txBody>
      </p:sp>
      <p:sp>
        <p:nvSpPr>
          <p:cNvPr id="3" name="">
            <a:extLst xmlns:a="http://schemas.openxmlformats.org/drawingml/2006/main">
              <a:ext uri="{FF2B5EF4-FFF2-40B4-BE49-F238E27FC236}">
                <a16:creationId xmlns:a16="http://schemas.microsoft.com/office/drawing/2014/main" id="{6B4D59E4-797A-45B5-AB52-05867B464617}"/>
              </a:ext>
            </a:extLst>
          </p:cNvPr>
          <p:cNvSpPr>
            <a:spLocks xmlns:a="http://schemas.openxmlformats.org/drawingml/2006/main" noGrp="1"/>
          </p:cNvSpPr>
          <p:nvPr/>
        </p:nvSpPr>
        <p:spPr>
          <a:xfrm xmlns:a="http://schemas.openxmlformats.org/drawingml/2006/main">
            <a:off x="457200" y="1638300"/>
            <a:ext cx="657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a:solidFill>
                  <a:srgbClr val="38332E"/>
                </a:solidFill>
                <a:latin typeface="Ubuntu Condensed"/>
                <a:ea typeface="Ubuntu Condensed"/>
                <a:cs typeface="Ubuntu Condensed"/>
              </a:defRPr>
            </a:defPPr>
          </a:lstStyle>
          <a:p xmlns:a="http://schemas.openxmlformats.org/drawingml/2006/main">
            <a:pPr>
              <a:defRPr sz="2025">
                <a:solidFill>
                  <a:srgbClr val="38332E"/>
                </a:solidFill>
                <a:latin typeface="Ubuntu Condensed"/>
                <a:ea typeface="Ubuntu Condensed"/>
                <a:cs typeface="Ubuntu Condensed"/>
              </a:defRPr>
            </a:pPr>
            <a:r>
              <a:rPr sz="2025">
                <a:solidFill>
                  <a:srgbClr val="38332E"/>
                </a:solidFill>
                <a:latin typeface="Ubuntu Condensed"/>
                <a:ea typeface="Ubuntu Condensed"/>
                <a:cs typeface="Ubuntu Condensed"/>
              </a:rPr>
              <a:t>WORLD IN 2020</a:t>
            </a:r>
          </a:p>
        </p:txBody>
      </p:sp>
      <p:sp>
        <p:nvSpPr>
          <p:cNvPr id="4" name="">
            <a:extLst xmlns:a="http://schemas.openxmlformats.org/drawingml/2006/main">
              <a:ext uri="{FF2B5EF4-FFF2-40B4-BE49-F238E27FC236}">
                <a16:creationId xmlns:a16="http://schemas.microsoft.com/office/drawing/2014/main" id="{E3781B5F-C6F7-4F79-BB2C-1D09B691F87F}"/>
              </a:ext>
            </a:extLst>
          </p:cNvPr>
          <p:cNvSpPr>
            <a:spLocks xmlns:a="http://schemas.openxmlformats.org/drawingml/2006/main" noGrp="1"/>
          </p:cNvSpPr>
          <p:nvPr/>
        </p:nvSpPr>
        <p:spPr>
          <a:xfrm xmlns:a="http://schemas.openxmlformats.org/drawingml/2006/main">
            <a:off x="8039100" y="1638300"/>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a:solidFill>
                  <a:srgbClr val="B23C50"/>
                </a:solidFill>
                <a:latin typeface="Ubuntu Condensed"/>
                <a:ea typeface="Ubuntu Condensed"/>
                <a:cs typeface="Ubuntu Condensed"/>
              </a:defRPr>
            </a:defPPr>
          </a:lstStyle>
          <a:p xmlns:a="http://schemas.openxmlformats.org/drawingml/2006/main">
            <a:pPr>
              <a:defRPr sz="2025">
                <a:solidFill>
                  <a:srgbClr val="B23C50"/>
                </a:solidFill>
                <a:latin typeface="Ubuntu Condensed"/>
                <a:ea typeface="Ubuntu Condensed"/>
                <a:cs typeface="Ubuntu Condensed"/>
              </a:defRPr>
            </a:pPr>
            <a:r>
              <a:rPr sz="2025">
                <a:solidFill>
                  <a:srgbClr val="B23C50"/>
                </a:solidFill>
                <a:latin typeface="Ubuntu Condensed"/>
                <a:ea typeface="Ubuntu Condensed"/>
                <a:cs typeface="Ubuntu Condensed"/>
              </a:rPr>
              <a:t>JAPAN SELECTED</a:t>
            </a:r>
          </a:p>
        </p:txBody>
      </p:sp>
      <p:graphicFrame>
        <p:nvGraphicFramePr>
          <p:cNvPr id="5" name="Chart">
            <a:extLst xmlns:a="http://schemas.openxmlformats.org/drawingml/2006/main">
              <a:ext uri="{FF2B5EF4-FFF2-40B4-BE49-F238E27FC236}">
                <a16:creationId xmlns:a16="http://schemas.microsoft.com/office/drawing/2014/main" id="{0BB5248E-CF3C-465D-BD76-AA61EECD7189}"/>
              </a:ext>
            </a:extLst>
          </p:cNvPr>
          <p:cNvGraphicFramePr/>
          <p:nvPr/>
        </p:nvGraphicFramePr>
        <p:xfrm>
          <a:off xmlns:a="http://schemas.openxmlformats.org/drawingml/2006/main" x="228600" y="2152650"/>
          <a:ext xmlns:a="http://schemas.openxmlformats.org/drawingml/2006/main" cx="7562850" cy="3829050"/>
        </p:xfrm>
        <a:graphic xmlns:a="http://schemas.openxmlformats.org/drawingml/2006/main">
          <a:graphicData uri="http://schemas.openxmlformats.org/drawingml/2006/chart">
            <c:chart xmlns:r="http://schemas.openxmlformats.org/officeDocument/2006/relationships" xmlns:c="http://schemas.openxmlformats.org/drawingml/2006/chart" r:id="R19d51970d5294c12"/>
          </a:graphicData>
        </a:graphic>
      </p:graphicFrame>
      <p:sp>
        <p:nvSpPr>
          <p:cNvPr id="6" name="">
            <a:extLst xmlns:a="http://schemas.openxmlformats.org/drawingml/2006/main">
              <a:ext uri="{FF2B5EF4-FFF2-40B4-BE49-F238E27FC236}">
                <a16:creationId xmlns:a16="http://schemas.microsoft.com/office/drawing/2014/main" id="{AE98E9F1-8DCA-4A51-A56F-3C45CEB978A5}"/>
              </a:ext>
            </a:extLst>
          </p:cNvPr>
          <p:cNvSpPr>
            <a:spLocks xmlns:a="http://schemas.openxmlformats.org/drawingml/2006/main" noGrp="1"/>
          </p:cNvSpPr>
          <p:nvPr/>
        </p:nvSpPr>
        <p:spPr>
          <a:xfrm xmlns:a="http://schemas.openxmlformats.org/drawingml/2006/main">
            <a:off x="8143875" y="215265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a:solidFill>
                  <a:srgbClr val="38332E"/>
                </a:solidFill>
                <a:latin typeface="Ubuntu Condensed"/>
                <a:ea typeface="Ubuntu Condensed"/>
                <a:cs typeface="Ubuntu Condensed"/>
              </a:defRPr>
            </a:defPPr>
          </a:lstStyle>
          <a:p xmlns:a="http://schemas.openxmlformats.org/drawingml/2006/main">
            <a:pP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Life expectancy</a:t>
            </a:r>
          </a:p>
        </p:txBody>
      </p:sp>
      <p:graphicFrame>
        <p:nvGraphicFramePr>
          <p:cNvPr id="7" name="Chart">
            <a:extLst xmlns:a="http://schemas.openxmlformats.org/drawingml/2006/main">
              <a:ext uri="{FF2B5EF4-FFF2-40B4-BE49-F238E27FC236}">
                <a16:creationId xmlns:a16="http://schemas.microsoft.com/office/drawing/2014/main" id="{66FAC151-74A0-4845-AEC9-AD7B1C63BEFC}"/>
              </a:ext>
            </a:extLst>
          </p:cNvPr>
          <p:cNvGraphicFramePr/>
          <p:nvPr/>
        </p:nvGraphicFramePr>
        <p:xfrm>
          <a:off xmlns:a="http://schemas.openxmlformats.org/drawingml/2006/main" x="7905750" y="2552700"/>
          <a:ext xmlns:a="http://schemas.openxmlformats.org/drawingml/2006/main" cx="3810000" cy="1381125"/>
        </p:xfrm>
        <a:graphic xmlns:a="http://schemas.openxmlformats.org/drawingml/2006/main">
          <a:graphicData uri="http://schemas.openxmlformats.org/drawingml/2006/chart">
            <c:chart xmlns:r="http://schemas.openxmlformats.org/officeDocument/2006/relationships" xmlns:c="http://schemas.openxmlformats.org/drawingml/2006/chart" r:id="R8c6016c3d9344693"/>
          </a:graphicData>
        </a:graphic>
      </p:graphicFrame>
      <p:sp>
        <p:nvSpPr>
          <p:cNvPr id="8" name="">
            <a:extLst xmlns:a="http://schemas.openxmlformats.org/drawingml/2006/main">
              <a:ext uri="{FF2B5EF4-FFF2-40B4-BE49-F238E27FC236}">
                <a16:creationId xmlns:a16="http://schemas.microsoft.com/office/drawing/2014/main" id="{E67E9520-6B7D-49BB-9CED-12D0D9FDCB8F}"/>
              </a:ext>
            </a:extLst>
          </p:cNvPr>
          <p:cNvSpPr>
            <a:spLocks xmlns:a="http://schemas.openxmlformats.org/drawingml/2006/main" noGrp="1"/>
          </p:cNvSpPr>
          <p:nvPr/>
        </p:nvSpPr>
        <p:spPr>
          <a:xfrm xmlns:a="http://schemas.openxmlformats.org/drawingml/2006/main">
            <a:off x="8143875" y="421005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a:solidFill>
                  <a:srgbClr val="38332E"/>
                </a:solidFill>
                <a:latin typeface="Ubuntu Condensed"/>
                <a:ea typeface="Ubuntu Condensed"/>
                <a:cs typeface="Ubuntu Condensed"/>
              </a:defRPr>
            </a:defPPr>
          </a:lstStyle>
          <a:p xmlns:a="http://schemas.openxmlformats.org/drawingml/2006/main">
            <a:pP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GDP</a:t>
            </a:r>
          </a:p>
        </p:txBody>
      </p:sp>
      <p:graphicFrame>
        <p:nvGraphicFramePr>
          <p:cNvPr id="9" name="Chart">
            <a:extLst xmlns:a="http://schemas.openxmlformats.org/drawingml/2006/main">
              <a:ext uri="{FF2B5EF4-FFF2-40B4-BE49-F238E27FC236}">
                <a16:creationId xmlns:a16="http://schemas.microsoft.com/office/drawing/2014/main" id="{44404043-6BAA-481C-B48A-AA640E850268}"/>
              </a:ext>
            </a:extLst>
          </p:cNvPr>
          <p:cNvGraphicFramePr/>
          <p:nvPr/>
        </p:nvGraphicFramePr>
        <p:xfrm>
          <a:off xmlns:a="http://schemas.openxmlformats.org/drawingml/2006/main" x="7905750" y="4572000"/>
          <a:ext xmlns:a="http://schemas.openxmlformats.org/drawingml/2006/main" cx="3810000" cy="1381125"/>
        </p:xfrm>
        <a:graphic xmlns:a="http://schemas.openxmlformats.org/drawingml/2006/main">
          <a:graphicData uri="http://schemas.openxmlformats.org/drawingml/2006/chart">
            <c:chart xmlns:r="http://schemas.openxmlformats.org/officeDocument/2006/relationships" xmlns:c="http://schemas.openxmlformats.org/drawingml/2006/chart" r:id="R62b79268055d4967"/>
          </a:graphicData>
        </a:graphic>
      </p:graphicFrame>
      <p:sp>
        <p:nvSpPr>
          <p:cNvPr id="10" name="">
            <a:extLst xmlns:a="http://schemas.openxmlformats.org/drawingml/2006/main">
              <a:ext uri="{FF2B5EF4-FFF2-40B4-BE49-F238E27FC236}">
                <a16:creationId xmlns:a16="http://schemas.microsoft.com/office/drawing/2014/main" id="{83617047-6587-42B2-ACCC-69E96F87942B}"/>
              </a:ext>
            </a:extLst>
          </p:cNvPr>
          <p:cNvSpPr>
            <a:spLocks xmlns:a="http://schemas.openxmlformats.org/drawingml/2006/main" noGrp="1"/>
          </p:cNvSpPr>
          <p:nvPr/>
        </p:nvSpPr>
        <p:spPr>
          <a:xfrm xmlns:a="http://schemas.openxmlformats.org/drawingml/2006/main">
            <a:off x="8458200" y="39814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a:solidFill>
                  <a:srgbClr val="81796F"/>
                </a:solidFill>
                <a:latin typeface="Ubuntu Condensed"/>
                <a:ea typeface="Ubuntu Condensed"/>
                <a:cs typeface="Ubuntu Condensed"/>
              </a:defRPr>
            </a:defPPr>
          </a:lstStyle>
          <a:p xmlns:a="http://schemas.openxmlformats.org/drawingml/2006/main">
            <a:pPr>
              <a:defRPr sz="1350">
                <a:solidFill>
                  <a:srgbClr val="81796F"/>
                </a:solidFill>
                <a:latin typeface="Ubuntu Condensed"/>
                <a:ea typeface="Ubuntu Condensed"/>
                <a:cs typeface="Ubuntu Condensed"/>
              </a:defRPr>
            </a:pPr>
            <a:r>
              <a:rPr sz="1350">
                <a:solidFill>
                  <a:srgbClr val="81796F"/>
                </a:solidFill>
                <a:latin typeface="Ubuntu Condensed"/>
                <a:ea typeface="Ubuntu Condensed"/>
                <a:cs typeface="Ubuntu Condensed"/>
              </a:rPr>
              <a:t>1960</a:t>
            </a:r>
          </a:p>
        </p:txBody>
      </p:sp>
      <p:sp>
        <p:nvSpPr>
          <p:cNvPr id="11" name="">
            <a:extLst xmlns:a="http://schemas.openxmlformats.org/drawingml/2006/main">
              <a:ext uri="{FF2B5EF4-FFF2-40B4-BE49-F238E27FC236}">
                <a16:creationId xmlns:a16="http://schemas.microsoft.com/office/drawing/2014/main" id="{B95937BA-EF37-4619-8FC8-EEE4F075F8DF}"/>
              </a:ext>
            </a:extLst>
          </p:cNvPr>
          <p:cNvSpPr>
            <a:spLocks xmlns:a="http://schemas.openxmlformats.org/drawingml/2006/main" noGrp="1"/>
          </p:cNvSpPr>
          <p:nvPr/>
        </p:nvSpPr>
        <p:spPr>
          <a:xfrm xmlns:a="http://schemas.openxmlformats.org/drawingml/2006/main">
            <a:off x="11001375" y="39814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a:solidFill>
                  <a:srgbClr val="81796F"/>
                </a:solidFill>
                <a:latin typeface="Ubuntu Condensed"/>
                <a:ea typeface="Ubuntu Condensed"/>
                <a:cs typeface="Ubuntu Condensed"/>
              </a:defRPr>
            </a:defPPr>
          </a:lstStyle>
          <a:p xmlns:a="http://schemas.openxmlformats.org/drawingml/2006/main">
            <a:pPr>
              <a:defRPr sz="1350">
                <a:solidFill>
                  <a:srgbClr val="81796F"/>
                </a:solidFill>
                <a:latin typeface="Ubuntu Condensed"/>
                <a:ea typeface="Ubuntu Condensed"/>
                <a:cs typeface="Ubuntu Condensed"/>
              </a:defRPr>
            </a:pPr>
            <a:r>
              <a:rPr sz="1350">
                <a:solidFill>
                  <a:srgbClr val="81796F"/>
                </a:solidFill>
                <a:latin typeface="Ubuntu Condensed"/>
                <a:ea typeface="Ubuntu Condensed"/>
                <a:cs typeface="Ubuntu Condensed"/>
              </a:rPr>
              <a:t>2020</a:t>
            </a:r>
          </a:p>
        </p:txBody>
      </p:sp>
      <p:sp>
        <p:nvSpPr>
          <p:cNvPr id="12" name="">
            <a:extLst xmlns:a="http://schemas.openxmlformats.org/drawingml/2006/main">
              <a:ext uri="{FF2B5EF4-FFF2-40B4-BE49-F238E27FC236}">
                <a16:creationId xmlns:a16="http://schemas.microsoft.com/office/drawing/2014/main" id="{D17AAC30-D73B-4C08-8E41-13AE3BAB50FC}"/>
              </a:ext>
            </a:extLst>
          </p:cNvPr>
          <p:cNvSpPr>
            <a:spLocks xmlns:a="http://schemas.openxmlformats.org/drawingml/2006/main" noGrp="1"/>
          </p:cNvSpPr>
          <p:nvPr/>
        </p:nvSpPr>
        <p:spPr>
          <a:xfrm xmlns:a="http://schemas.openxmlformats.org/drawingml/2006/main">
            <a:off x="8458200" y="60007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a:solidFill>
                  <a:srgbClr val="81796F"/>
                </a:solidFill>
                <a:latin typeface="Ubuntu Condensed"/>
                <a:ea typeface="Ubuntu Condensed"/>
                <a:cs typeface="Ubuntu Condensed"/>
              </a:defRPr>
            </a:defPPr>
          </a:lstStyle>
          <a:p xmlns:a="http://schemas.openxmlformats.org/drawingml/2006/main">
            <a:pPr>
              <a:defRPr sz="1350">
                <a:solidFill>
                  <a:srgbClr val="81796F"/>
                </a:solidFill>
                <a:latin typeface="Ubuntu Condensed"/>
                <a:ea typeface="Ubuntu Condensed"/>
                <a:cs typeface="Ubuntu Condensed"/>
              </a:defRPr>
            </a:pPr>
            <a:r>
              <a:rPr sz="1350">
                <a:solidFill>
                  <a:srgbClr val="81796F"/>
                </a:solidFill>
                <a:latin typeface="Ubuntu Condensed"/>
                <a:ea typeface="Ubuntu Condensed"/>
                <a:cs typeface="Ubuntu Condensed"/>
              </a:rPr>
              <a:t>1960</a:t>
            </a:r>
          </a:p>
        </p:txBody>
      </p:sp>
      <p:sp>
        <p:nvSpPr>
          <p:cNvPr id="13" name="">
            <a:extLst xmlns:a="http://schemas.openxmlformats.org/drawingml/2006/main">
              <a:ext uri="{FF2B5EF4-FFF2-40B4-BE49-F238E27FC236}">
                <a16:creationId xmlns:a16="http://schemas.microsoft.com/office/drawing/2014/main" id="{EBB39EEB-62DE-4489-90F6-D9E341F88C79}"/>
              </a:ext>
            </a:extLst>
          </p:cNvPr>
          <p:cNvSpPr>
            <a:spLocks xmlns:a="http://schemas.openxmlformats.org/drawingml/2006/main" noGrp="1"/>
          </p:cNvSpPr>
          <p:nvPr/>
        </p:nvSpPr>
        <p:spPr>
          <a:xfrm xmlns:a="http://schemas.openxmlformats.org/drawingml/2006/main">
            <a:off x="11001375" y="60007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a:solidFill>
                  <a:srgbClr val="81796F"/>
                </a:solidFill>
                <a:latin typeface="Ubuntu Condensed"/>
                <a:ea typeface="Ubuntu Condensed"/>
                <a:cs typeface="Ubuntu Condensed"/>
              </a:defRPr>
            </a:defPPr>
          </a:lstStyle>
          <a:p xmlns:a="http://schemas.openxmlformats.org/drawingml/2006/main">
            <a:pPr>
              <a:defRPr sz="1350">
                <a:solidFill>
                  <a:srgbClr val="81796F"/>
                </a:solidFill>
                <a:latin typeface="Ubuntu Condensed"/>
                <a:ea typeface="Ubuntu Condensed"/>
                <a:cs typeface="Ubuntu Condensed"/>
              </a:defRPr>
            </a:pPr>
            <a:r>
              <a:rPr sz="1350">
                <a:solidFill>
                  <a:srgbClr val="81796F"/>
                </a:solidFill>
                <a:latin typeface="Ubuntu Condensed"/>
                <a:ea typeface="Ubuntu Condensed"/>
                <a:cs typeface="Ubuntu Condensed"/>
              </a:rPr>
              <a:t>2020</a:t>
            </a:r>
          </a:p>
        </p:txBody>
      </p:sp>
      <p:sp>
        <p:nvSpPr>
          <p:cNvPr id="14" name="">
            <a:extLst xmlns:a="http://schemas.openxmlformats.org/drawingml/2006/main">
              <a:ext uri="{FF2B5EF4-FFF2-40B4-BE49-F238E27FC236}">
                <a16:creationId xmlns:a16="http://schemas.microsoft.com/office/drawing/2014/main" id="{B138B716-E2B0-402D-8C49-2FBFEB6D0F9C}"/>
              </a:ext>
            </a:extLst>
          </p:cNvPr>
          <p:cNvSpPr>
            <a:spLocks xmlns:a="http://schemas.openxmlformats.org/drawingml/2006/main" noGrp="1"/>
          </p:cNvSpPr>
          <p:nvPr/>
        </p:nvSpPr>
        <p:spPr>
          <a:xfrm xmlns:a="http://schemas.openxmlformats.org/drawingml/2006/main">
            <a:off x="457200" y="6362700"/>
            <a:ext cx="1133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B23C50"/>
                </a:solidFill>
                <a:latin typeface="Ubuntu Condensed"/>
                <a:ea typeface="Ubuntu Condensed"/>
                <a:cs typeface="Ubuntu Condensed"/>
              </a:defRPr>
            </a:defPPr>
          </a:lstStyle>
          <a:p xmlns:a="http://schemas.openxmlformats.org/drawingml/2006/main">
            <a:pPr>
              <a:defRPr sz="1875">
                <a:solidFill>
                  <a:srgbClr val="B23C50"/>
                </a:solidFill>
                <a:latin typeface="Ubuntu Condensed"/>
                <a:ea typeface="Ubuntu Condensed"/>
                <a:cs typeface="Ubuntu Condensed"/>
              </a:defRPr>
            </a:pPr>
            <a:r>
              <a:rPr sz="1875">
                <a:solidFill>
                  <a:srgbClr val="B23C50"/>
                </a:solidFill>
                <a:latin typeface="Ubuntu Condensed"/>
                <a:ea typeface="Ubuntu Condensed"/>
                <a:cs typeface="Ubuntu Condensed"/>
              </a:rPr>
              <a:t>Click a country in the overview. Explore its history on the right.</a:t>
            </a:r>
          </a:p>
        </p:txBody>
      </p:sp>
    </p:spTree>
    <p:extLst>
      <p:ext uri="{BB962C8B-B14F-4D97-AF65-F5344CB8AC3E}">
        <p14:creationId xmlns:p14="http://schemas.microsoft.com/office/powerpoint/2010/main" val="17563630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268E2BD2-3AFB-4402-B859-C4D83E8ABDD4}"/>
              </a:ext>
            </a:extLst>
          </p:cNvPr>
          <p:cNvSpPr>
            <a:spLocks xmlns:a="http://schemas.openxmlformats.org/drawingml/2006/main" noGrp="1"/>
          </p:cNvSpPr>
          <p:nvPr/>
        </p:nvSpPr>
        <p:spPr>
          <a:xfrm xmlns:a="http://schemas.openxmlformats.org/drawingml/2006/main">
            <a:off x="419100" y="266700"/>
            <a:ext cx="11353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a:solidFill>
                  <a:srgbClr val="38332E"/>
                </a:solidFill>
                <a:latin typeface="Ubuntu Condensed"/>
                <a:ea typeface="Ubuntu Condensed"/>
                <a:cs typeface="Ubuntu Condensed"/>
              </a:defRPr>
            </a:defPPr>
          </a:lstStyle>
          <a:p xmlns:a="http://schemas.openxmlformats.org/drawingml/2006/main">
            <a:pPr>
              <a:defRPr sz="3450">
                <a:solidFill>
                  <a:srgbClr val="38332E"/>
                </a:solidFill>
                <a:latin typeface="Ubuntu Condensed"/>
                <a:ea typeface="Ubuntu Condensed"/>
                <a:cs typeface="Ubuntu Condensed"/>
              </a:defRPr>
            </a:pPr>
            <a:r>
              <a:rPr sz="3450">
                <a:solidFill>
                  <a:srgbClr val="38332E"/>
                </a:solidFill>
                <a:latin typeface="Ubuntu Condensed"/>
                <a:ea typeface="Ubuntu Condensed"/>
                <a:cs typeface="Ubuntu Condensed"/>
              </a:rPr>
              <a:t>The three worksheets</a:t>
            </a:r>
          </a:p>
        </p:txBody>
      </p:sp>
      <p:sp>
        <p:nvSpPr>
          <p:cNvPr id="2" name="">
            <a:extLst xmlns:a="http://schemas.openxmlformats.org/drawingml/2006/main">
              <a:ext uri="{FF2B5EF4-FFF2-40B4-BE49-F238E27FC236}">
                <a16:creationId xmlns:a16="http://schemas.microsoft.com/office/drawing/2014/main" id="{D44EB842-301D-4603-8951-1CFF47EF0A46}"/>
              </a:ext>
            </a:extLst>
          </p:cNvPr>
          <p:cNvSpPr>
            <a:spLocks xmlns:a="http://schemas.openxmlformats.org/drawingml/2006/main" noGrp="1"/>
          </p:cNvSpPr>
          <p:nvPr/>
        </p:nvSpPr>
        <p:spPr>
          <a:xfrm xmlns:a="http://schemas.openxmlformats.org/drawingml/2006/main">
            <a:off x="438150" y="990600"/>
            <a:ext cx="1133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81796F"/>
                </a:solidFill>
                <a:latin typeface="Ubuntu Condensed"/>
                <a:ea typeface="Ubuntu Condensed"/>
                <a:cs typeface="Ubuntu Condensed"/>
              </a:defRPr>
            </a:defPPr>
          </a:lstStyle>
          <a:p xmlns:a="http://schemas.openxmlformats.org/drawingml/2006/main">
            <a:pPr>
              <a:defRPr sz="1875">
                <a:solidFill>
                  <a:srgbClr val="81796F"/>
                </a:solidFill>
                <a:latin typeface="Ubuntu Condensed"/>
                <a:ea typeface="Ubuntu Condensed"/>
                <a:cs typeface="Ubuntu Condensed"/>
              </a:defRPr>
            </a:pPr>
            <a:r>
              <a:rPr sz="1875">
                <a:solidFill>
                  <a:srgbClr val="81796F"/>
                </a:solidFill>
                <a:latin typeface="Ubuntu Condensed"/>
                <a:ea typeface="Ubuntu Condensed"/>
                <a:cs typeface="Ubuntu Condensed"/>
              </a:rPr>
              <a:t>Right-click Year in the Data pane: Convert to Dimension</a:t>
            </a:r>
          </a:p>
        </p:txBody>
      </p:sp>
      <p:sp>
        <p:nvSpPr>
          <p:cNvPr id="3" name="">
            <a:extLst xmlns:a="http://schemas.openxmlformats.org/drawingml/2006/main">
              <a:ext uri="{FF2B5EF4-FFF2-40B4-BE49-F238E27FC236}">
                <a16:creationId xmlns:a16="http://schemas.microsoft.com/office/drawing/2014/main" id="{CF2A9DCC-BA4D-4967-841A-494DDC1D9CB9}"/>
              </a:ext>
            </a:extLst>
          </p:cNvPr>
          <p:cNvSpPr>
            <a:spLocks xmlns:a="http://schemas.openxmlformats.org/drawingml/2006/main" noGrp="1"/>
          </p:cNvSpPr>
          <p:nvPr/>
        </p:nvSpPr>
        <p:spPr>
          <a:xfrm xmlns:a="http://schemas.openxmlformats.org/drawingml/2006/main">
            <a:off x="457200" y="17145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a:solidFill>
                  <a:srgbClr val="B23C50"/>
                </a:solidFill>
                <a:latin typeface="Ubuntu Condensed"/>
                <a:ea typeface="Ubuntu Condensed"/>
                <a:cs typeface="Ubuntu Condensed"/>
              </a:defRPr>
            </a:defPPr>
          </a:lstStyle>
          <a:p xmlns:a="http://schemas.openxmlformats.org/drawingml/2006/main">
            <a:pPr>
              <a:defRPr sz="2400">
                <a:solidFill>
                  <a:srgbClr val="B23C50"/>
                </a:solidFill>
                <a:latin typeface="Ubuntu Condensed"/>
                <a:ea typeface="Ubuntu Condensed"/>
                <a:cs typeface="Ubuntu Condensed"/>
              </a:defRPr>
            </a:pPr>
            <a:r>
              <a:rPr sz="2400">
                <a:solidFill>
                  <a:srgbClr val="B23C50"/>
                </a:solidFill>
                <a:latin typeface="Ubuntu Condensed"/>
                <a:ea typeface="Ubuntu Condensed"/>
                <a:cs typeface="Ubuntu Condensed"/>
              </a:rPr>
              <a:t>1  World</a:t>
            </a:r>
          </a:p>
        </p:txBody>
      </p:sp>
      <p:sp>
        <p:nvSpPr>
          <p:cNvPr id="4" name="">
            <a:extLst xmlns:a="http://schemas.openxmlformats.org/drawingml/2006/main">
              <a:ext uri="{FF2B5EF4-FFF2-40B4-BE49-F238E27FC236}">
                <a16:creationId xmlns:a16="http://schemas.microsoft.com/office/drawing/2014/main" id="{44FFCF1A-F0B2-4F37-934E-16C2F5FBB28F}"/>
              </a:ext>
            </a:extLst>
          </p:cNvPr>
          <p:cNvSpPr>
            <a:spLocks xmlns:a="http://schemas.openxmlformats.org/drawingml/2006/main" noGrp="1"/>
          </p:cNvSpPr>
          <p:nvPr/>
        </p:nvSpPr>
        <p:spPr>
          <a:xfrm xmlns:a="http://schemas.openxmlformats.org/drawingml/2006/main">
            <a:off x="457200" y="24193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a:solidFill>
                  <a:srgbClr val="81796F"/>
                </a:solidFill>
                <a:latin typeface="Ubuntu Condensed"/>
                <a:ea typeface="Ubuntu Condensed"/>
                <a:cs typeface="Ubuntu Condensed"/>
              </a:defRPr>
            </a:defPPr>
          </a:lstStyle>
          <a:p xmlns:a="http://schemas.openxmlformats.org/drawingml/2006/main">
            <a:pPr>
              <a:defRPr sz="1575">
                <a:solidFill>
                  <a:srgbClr val="81796F"/>
                </a:solidFill>
                <a:latin typeface="Ubuntu Condensed"/>
                <a:ea typeface="Ubuntu Condensed"/>
                <a:cs typeface="Ubuntu Condensed"/>
              </a:defRPr>
            </a:pPr>
            <a:r>
              <a:rPr sz="1575">
                <a:solidFill>
                  <a:srgbClr val="81796F"/>
                </a:solidFill>
                <a:latin typeface="Ubuntu Condensed"/>
                <a:ea typeface="Ubuntu Condensed"/>
                <a:cs typeface="Ubuntu Condensed"/>
              </a:rPr>
              <a:t>Columns</a:t>
            </a:r>
          </a:p>
        </p:txBody>
      </p:sp>
      <p:sp>
        <p:nvSpPr>
          <p:cNvPr id="5" name="">
            <a:extLst xmlns:a="http://schemas.openxmlformats.org/drawingml/2006/main">
              <a:ext uri="{FF2B5EF4-FFF2-40B4-BE49-F238E27FC236}">
                <a16:creationId xmlns:a16="http://schemas.microsoft.com/office/drawing/2014/main" id="{820DBAB9-0FCE-452C-9843-9FF61D724D69}"/>
              </a:ext>
            </a:extLst>
          </p:cNvPr>
          <p:cNvSpPr>
            <a:spLocks xmlns:a="http://schemas.openxmlformats.org/drawingml/2006/main" noGrp="1"/>
          </p:cNvSpPr>
          <p:nvPr/>
        </p:nvSpPr>
        <p:spPr>
          <a:xfrm xmlns:a="http://schemas.openxmlformats.org/drawingml/2006/main">
            <a:off x="1419225" y="2381250"/>
            <a:ext cx="2400300" cy="333375"/>
          </a:xfrm>
          <a:prstGeom xmlns:a="http://schemas.openxmlformats.org/drawingml/2006/main" prst="rect">
            <a:avLst/>
          </a:prstGeom>
          <a:solidFill xmlns:a="http://schemas.openxmlformats.org/drawingml/2006/main">
            <a:srgbClr val="64754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216499D-1740-4DD2-AA13-E7B791B88AE7}"/>
              </a:ext>
            </a:extLst>
          </p:cNvPr>
          <p:cNvSpPr>
            <a:spLocks xmlns:a="http://schemas.openxmlformats.org/drawingml/2006/main" noGrp="1"/>
          </p:cNvSpPr>
          <p:nvPr/>
        </p:nvSpPr>
        <p:spPr>
          <a:xfrm xmlns:a="http://schemas.openxmlformats.org/drawingml/2006/main">
            <a:off x="1504950" y="2419350"/>
            <a:ext cx="2228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75">
                <a:solidFill>
                  <a:srgbClr val="FFFFFF"/>
                </a:solidFill>
                <a:latin typeface="Ubuntu Condensed"/>
                <a:ea typeface="Ubuntu Condensed"/>
                <a:cs typeface="Ubuntu Condensed"/>
              </a:defRPr>
            </a:defPPr>
          </a:lstStyle>
          <a:p xmlns:a="http://schemas.openxmlformats.org/drawingml/2006/main">
            <a:pPr algn="ctr">
              <a:defRPr sz="1575">
                <a:solidFill>
                  <a:srgbClr val="FFFFFF"/>
                </a:solidFill>
                <a:latin typeface="Ubuntu Condensed"/>
                <a:ea typeface="Ubuntu Condensed"/>
                <a:cs typeface="Ubuntu Condensed"/>
              </a:defRPr>
            </a:pPr>
            <a:r>
              <a:rPr sz="1575">
                <a:solidFill>
                  <a:srgbClr val="FFFFFF"/>
                </a:solidFill>
                <a:latin typeface="Ubuntu Condensed"/>
                <a:ea typeface="Ubuntu Condensed"/>
                <a:cs typeface="Ubuntu Condensed"/>
              </a:rPr>
              <a:t>AVG(GDP)</a:t>
            </a:r>
          </a:p>
        </p:txBody>
      </p:sp>
      <p:sp>
        <p:nvSpPr>
          <p:cNvPr id="7" name="">
            <a:extLst xmlns:a="http://schemas.openxmlformats.org/drawingml/2006/main">
              <a:ext uri="{FF2B5EF4-FFF2-40B4-BE49-F238E27FC236}">
                <a16:creationId xmlns:a16="http://schemas.microsoft.com/office/drawing/2014/main" id="{A6B8BBE7-1A60-488F-9D90-77DC2176A6EC}"/>
              </a:ext>
            </a:extLst>
          </p:cNvPr>
          <p:cNvSpPr>
            <a:spLocks xmlns:a="http://schemas.openxmlformats.org/drawingml/2006/main" noGrp="1"/>
          </p:cNvSpPr>
          <p:nvPr/>
        </p:nvSpPr>
        <p:spPr>
          <a:xfrm xmlns:a="http://schemas.openxmlformats.org/drawingml/2006/main">
            <a:off x="457200" y="28765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a:solidFill>
                  <a:srgbClr val="81796F"/>
                </a:solidFill>
                <a:latin typeface="Ubuntu Condensed"/>
                <a:ea typeface="Ubuntu Condensed"/>
                <a:cs typeface="Ubuntu Condensed"/>
              </a:defRPr>
            </a:defPPr>
          </a:lstStyle>
          <a:p xmlns:a="http://schemas.openxmlformats.org/drawingml/2006/main">
            <a:pPr>
              <a:defRPr sz="1575">
                <a:solidFill>
                  <a:srgbClr val="81796F"/>
                </a:solidFill>
                <a:latin typeface="Ubuntu Condensed"/>
                <a:ea typeface="Ubuntu Condensed"/>
                <a:cs typeface="Ubuntu Condensed"/>
              </a:defRPr>
            </a:pPr>
            <a:r>
              <a:rPr sz="1575">
                <a:solidFill>
                  <a:srgbClr val="81796F"/>
                </a:solidFill>
                <a:latin typeface="Ubuntu Condensed"/>
                <a:ea typeface="Ubuntu Condensed"/>
                <a:cs typeface="Ubuntu Condensed"/>
              </a:rPr>
              <a:t>Rows</a:t>
            </a:r>
          </a:p>
        </p:txBody>
      </p:sp>
      <p:sp>
        <p:nvSpPr>
          <p:cNvPr id="8" name="">
            <a:extLst xmlns:a="http://schemas.openxmlformats.org/drawingml/2006/main">
              <a:ext uri="{FF2B5EF4-FFF2-40B4-BE49-F238E27FC236}">
                <a16:creationId xmlns:a16="http://schemas.microsoft.com/office/drawing/2014/main" id="{4E3240EA-2942-4820-99C0-63272A4653B1}"/>
              </a:ext>
            </a:extLst>
          </p:cNvPr>
          <p:cNvSpPr>
            <a:spLocks xmlns:a="http://schemas.openxmlformats.org/drawingml/2006/main" noGrp="1"/>
          </p:cNvSpPr>
          <p:nvPr/>
        </p:nvSpPr>
        <p:spPr>
          <a:xfrm xmlns:a="http://schemas.openxmlformats.org/drawingml/2006/main">
            <a:off x="1419225" y="2838450"/>
            <a:ext cx="2400300" cy="333375"/>
          </a:xfrm>
          <a:prstGeom xmlns:a="http://schemas.openxmlformats.org/drawingml/2006/main" prst="rect">
            <a:avLst/>
          </a:prstGeom>
          <a:solidFill xmlns:a="http://schemas.openxmlformats.org/drawingml/2006/main">
            <a:srgbClr val="64754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CAE6F61-1612-4CC8-B95D-1959279F207D}"/>
              </a:ext>
            </a:extLst>
          </p:cNvPr>
          <p:cNvSpPr>
            <a:spLocks xmlns:a="http://schemas.openxmlformats.org/drawingml/2006/main" noGrp="1"/>
          </p:cNvSpPr>
          <p:nvPr/>
        </p:nvSpPr>
        <p:spPr>
          <a:xfrm xmlns:a="http://schemas.openxmlformats.org/drawingml/2006/main">
            <a:off x="1504950" y="2876550"/>
            <a:ext cx="2228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75">
                <a:solidFill>
                  <a:srgbClr val="FFFFFF"/>
                </a:solidFill>
                <a:latin typeface="Ubuntu Condensed"/>
                <a:ea typeface="Ubuntu Condensed"/>
                <a:cs typeface="Ubuntu Condensed"/>
              </a:defRPr>
            </a:defPPr>
          </a:lstStyle>
          <a:p xmlns:a="http://schemas.openxmlformats.org/drawingml/2006/main">
            <a:pPr algn="ctr">
              <a:defRPr sz="1575">
                <a:solidFill>
                  <a:srgbClr val="FFFFFF"/>
                </a:solidFill>
                <a:latin typeface="Ubuntu Condensed"/>
                <a:ea typeface="Ubuntu Condensed"/>
                <a:cs typeface="Ubuntu Condensed"/>
              </a:defRPr>
            </a:pPr>
            <a:r>
              <a:rPr sz="1575">
                <a:solidFill>
                  <a:srgbClr val="FFFFFF"/>
                </a:solidFill>
                <a:latin typeface="Ubuntu Condensed"/>
                <a:ea typeface="Ubuntu Condensed"/>
                <a:cs typeface="Ubuntu Condensed"/>
              </a:rPr>
              <a:t>AVG(Life Expectancy)</a:t>
            </a:r>
          </a:p>
        </p:txBody>
      </p:sp>
      <p:sp>
        <p:nvSpPr>
          <p:cNvPr id="10" name="">
            <a:extLst xmlns:a="http://schemas.openxmlformats.org/drawingml/2006/main">
              <a:ext uri="{FF2B5EF4-FFF2-40B4-BE49-F238E27FC236}">
                <a16:creationId xmlns:a16="http://schemas.microsoft.com/office/drawing/2014/main" id="{7204A9D2-E6AC-4798-8C59-A3B3557E5F3D}"/>
              </a:ext>
            </a:extLst>
          </p:cNvPr>
          <p:cNvSpPr>
            <a:spLocks xmlns:a="http://schemas.openxmlformats.org/drawingml/2006/main" noGrp="1"/>
          </p:cNvSpPr>
          <p:nvPr/>
        </p:nvSpPr>
        <p:spPr>
          <a:xfrm xmlns:a="http://schemas.openxmlformats.org/drawingml/2006/main">
            <a:off x="457200" y="33337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a:solidFill>
                  <a:srgbClr val="81796F"/>
                </a:solidFill>
                <a:latin typeface="Ubuntu Condensed"/>
                <a:ea typeface="Ubuntu Condensed"/>
                <a:cs typeface="Ubuntu Condensed"/>
              </a:defRPr>
            </a:defPPr>
          </a:lstStyle>
          <a:p xmlns:a="http://schemas.openxmlformats.org/drawingml/2006/main">
            <a:pPr>
              <a:defRPr sz="1575">
                <a:solidFill>
                  <a:srgbClr val="81796F"/>
                </a:solidFill>
                <a:latin typeface="Ubuntu Condensed"/>
                <a:ea typeface="Ubuntu Condensed"/>
                <a:cs typeface="Ubuntu Condensed"/>
              </a:defRPr>
            </a:pPr>
            <a:r>
              <a:rPr sz="1575">
                <a:solidFill>
                  <a:srgbClr val="81796F"/>
                </a:solidFill>
                <a:latin typeface="Ubuntu Condensed"/>
                <a:ea typeface="Ubuntu Condensed"/>
                <a:cs typeface="Ubuntu Condensed"/>
              </a:rPr>
              <a:t>Filters</a:t>
            </a:r>
          </a:p>
        </p:txBody>
      </p:sp>
      <p:sp>
        <p:nvSpPr>
          <p:cNvPr id="11" name="">
            <a:extLst xmlns:a="http://schemas.openxmlformats.org/drawingml/2006/main">
              <a:ext uri="{FF2B5EF4-FFF2-40B4-BE49-F238E27FC236}">
                <a16:creationId xmlns:a16="http://schemas.microsoft.com/office/drawing/2014/main" id="{91DE13C7-E3E7-40E3-9B0C-64E66B264FB6}"/>
              </a:ext>
            </a:extLst>
          </p:cNvPr>
          <p:cNvSpPr>
            <a:spLocks xmlns:a="http://schemas.openxmlformats.org/drawingml/2006/main" noGrp="1"/>
          </p:cNvSpPr>
          <p:nvPr/>
        </p:nvSpPr>
        <p:spPr>
          <a:xfrm xmlns:a="http://schemas.openxmlformats.org/drawingml/2006/main">
            <a:off x="1419225" y="3295650"/>
            <a:ext cx="2400300" cy="333375"/>
          </a:xfrm>
          <a:prstGeom xmlns:a="http://schemas.openxmlformats.org/drawingml/2006/main" prst="rect">
            <a:avLst/>
          </a:prstGeom>
          <a:solidFill xmlns:a="http://schemas.openxmlformats.org/drawingml/2006/main">
            <a:srgbClr val="45798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273804E-7F66-4C6A-9791-964BA33C6A60}"/>
              </a:ext>
            </a:extLst>
          </p:cNvPr>
          <p:cNvSpPr>
            <a:spLocks xmlns:a="http://schemas.openxmlformats.org/drawingml/2006/main" noGrp="1"/>
          </p:cNvSpPr>
          <p:nvPr/>
        </p:nvSpPr>
        <p:spPr>
          <a:xfrm xmlns:a="http://schemas.openxmlformats.org/drawingml/2006/main">
            <a:off x="1504950" y="3333750"/>
            <a:ext cx="2228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75">
                <a:solidFill>
                  <a:srgbClr val="FFFFFF"/>
                </a:solidFill>
                <a:latin typeface="Ubuntu Condensed"/>
                <a:ea typeface="Ubuntu Condensed"/>
                <a:cs typeface="Ubuntu Condensed"/>
              </a:defRPr>
            </a:defPPr>
          </a:lstStyle>
          <a:p xmlns:a="http://schemas.openxmlformats.org/drawingml/2006/main">
            <a:pPr algn="ctr">
              <a:defRPr sz="1575">
                <a:solidFill>
                  <a:srgbClr val="FFFFFF"/>
                </a:solidFill>
                <a:latin typeface="Ubuntu Condensed"/>
                <a:ea typeface="Ubuntu Condensed"/>
                <a:cs typeface="Ubuntu Condensed"/>
              </a:defRPr>
            </a:pPr>
            <a:r>
              <a:rPr sz="1575">
                <a:solidFill>
                  <a:srgbClr val="FFFFFF"/>
                </a:solidFill>
                <a:latin typeface="Ubuntu Condensed"/>
                <a:ea typeface="Ubuntu Condensed"/>
                <a:cs typeface="Ubuntu Condensed"/>
              </a:rPr>
              <a:t>Year: 2020</a:t>
            </a:r>
          </a:p>
        </p:txBody>
      </p:sp>
      <p:sp>
        <p:nvSpPr>
          <p:cNvPr id="13" name="">
            <a:extLst xmlns:a="http://schemas.openxmlformats.org/drawingml/2006/main">
              <a:ext uri="{FF2B5EF4-FFF2-40B4-BE49-F238E27FC236}">
                <a16:creationId xmlns:a16="http://schemas.microsoft.com/office/drawing/2014/main" id="{F8B4FCA5-B51B-4E4B-9EC6-068A27FDAB79}"/>
              </a:ext>
            </a:extLst>
          </p:cNvPr>
          <p:cNvSpPr>
            <a:spLocks xmlns:a="http://schemas.openxmlformats.org/drawingml/2006/main" noGrp="1"/>
          </p:cNvSpPr>
          <p:nvPr/>
        </p:nvSpPr>
        <p:spPr>
          <a:xfrm xmlns:a="http://schemas.openxmlformats.org/drawingml/2006/main">
            <a:off x="457200" y="396240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a:solidFill>
                  <a:srgbClr val="81796F"/>
                </a:solidFill>
                <a:latin typeface="Ubuntu Condensed"/>
                <a:ea typeface="Ubuntu Condensed"/>
                <a:cs typeface="Ubuntu Condensed"/>
              </a:defRPr>
            </a:defPPr>
          </a:lstStyle>
          <a:p xmlns:a="http://schemas.openxmlformats.org/drawingml/2006/main">
            <a:pPr>
              <a:defRPr sz="1725">
                <a:solidFill>
                  <a:srgbClr val="81796F"/>
                </a:solidFill>
                <a:latin typeface="Ubuntu Condensed"/>
                <a:ea typeface="Ubuntu Condensed"/>
                <a:cs typeface="Ubuntu Condensed"/>
              </a:defRPr>
            </a:pPr>
            <a:r>
              <a:rPr sz="1725">
                <a:solidFill>
                  <a:srgbClr val="81796F"/>
                </a:solidFill>
                <a:latin typeface="Ubuntu Condensed"/>
                <a:ea typeface="Ubuntu Condensed"/>
                <a:cs typeface="Ubuntu Condensed"/>
              </a:rPr>
              <a:t>Marks</a:t>
            </a:r>
          </a:p>
        </p:txBody>
      </p:sp>
      <p:sp>
        <p:nvSpPr>
          <p:cNvPr id="14" name="">
            <a:extLst xmlns:a="http://schemas.openxmlformats.org/drawingml/2006/main">
              <a:ext uri="{FF2B5EF4-FFF2-40B4-BE49-F238E27FC236}">
                <a16:creationId xmlns:a16="http://schemas.microsoft.com/office/drawing/2014/main" id="{3716434E-651B-4804-8EDD-0A5F4561D4DC}"/>
              </a:ext>
            </a:extLst>
          </p:cNvPr>
          <p:cNvSpPr>
            <a:spLocks xmlns:a="http://schemas.openxmlformats.org/drawingml/2006/main" noGrp="1"/>
          </p:cNvSpPr>
          <p:nvPr/>
        </p:nvSpPr>
        <p:spPr>
          <a:xfrm xmlns:a="http://schemas.openxmlformats.org/drawingml/2006/main">
            <a:off x="1419225" y="3914775"/>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a:solidFill>
                  <a:srgbClr val="38332E"/>
                </a:solidFill>
                <a:latin typeface="Ubuntu Condensed"/>
                <a:ea typeface="Ubuntu Condensed"/>
                <a:cs typeface="Ubuntu Condensed"/>
              </a:defRPr>
            </a:defPPr>
          </a:lstStyle>
          <a:p xmlns:a="http://schemas.openxmlformats.org/drawingml/2006/main">
            <a:pPr>
              <a:defRPr sz="2100">
                <a:solidFill>
                  <a:srgbClr val="38332E"/>
                </a:solidFill>
                <a:latin typeface="Ubuntu Condensed"/>
                <a:ea typeface="Ubuntu Condensed"/>
                <a:cs typeface="Ubuntu Condensed"/>
              </a:defRPr>
            </a:pPr>
            <a:r>
              <a:rPr sz="2100">
                <a:solidFill>
                  <a:srgbClr val="38332E"/>
                </a:solidFill>
                <a:latin typeface="Ubuntu Condensed"/>
                <a:ea typeface="Ubuntu Condensed"/>
                <a:cs typeface="Ubuntu Condensed"/>
              </a:rPr>
              <a:t>Circle</a:t>
            </a:r>
          </a:p>
        </p:txBody>
      </p:sp>
      <p:sp>
        <p:nvSpPr>
          <p:cNvPr id="15" name="">
            <a:extLst xmlns:a="http://schemas.openxmlformats.org/drawingml/2006/main">
              <a:ext uri="{FF2B5EF4-FFF2-40B4-BE49-F238E27FC236}">
                <a16:creationId xmlns:a16="http://schemas.microsoft.com/office/drawing/2014/main" id="{7A88DE09-1C4C-4ACD-ABFA-0710003E4163}"/>
              </a:ext>
            </a:extLst>
          </p:cNvPr>
          <p:cNvSpPr>
            <a:spLocks xmlns:a="http://schemas.openxmlformats.org/drawingml/2006/main" noGrp="1"/>
          </p:cNvSpPr>
          <p:nvPr/>
        </p:nvSpPr>
        <p:spPr>
          <a:xfrm xmlns:a="http://schemas.openxmlformats.org/drawingml/2006/main">
            <a:off x="457200" y="444817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a:solidFill>
                  <a:srgbClr val="38332E"/>
                </a:solidFill>
                <a:latin typeface="Ubuntu Condensed"/>
                <a:ea typeface="Ubuntu Condensed"/>
                <a:cs typeface="Ubuntu Condensed"/>
              </a:defRPr>
            </a:defPPr>
          </a:lstStyle>
          <a:p xmlns:a="http://schemas.openxmlformats.org/drawingml/2006/main">
            <a:pPr>
              <a:defRPr sz="1950">
                <a:solidFill>
                  <a:srgbClr val="38332E"/>
                </a:solidFill>
                <a:latin typeface="Ubuntu Condensed"/>
                <a:ea typeface="Ubuntu Condensed"/>
                <a:cs typeface="Ubuntu Condensed"/>
              </a:defRPr>
            </a:pPr>
            <a:r>
              <a:rPr sz="1950">
                <a:solidFill>
                  <a:srgbClr val="38332E"/>
                </a:solidFill>
                <a:latin typeface="Ubuntu Condensed"/>
                <a:ea typeface="Ubuntu Condensed"/>
                <a:cs typeface="Ubuntu Condensed"/>
              </a:rPr>
              <a:t>Country on Detail</a:t>
            </a:r>
          </a:p>
          <a:p xmlns:a="http://schemas.openxmlformats.org/drawingml/2006/main">
            <a:pPr>
              <a:defRPr sz="1950">
                <a:solidFill>
                  <a:srgbClr val="38332E"/>
                </a:solidFill>
                <a:latin typeface="Ubuntu Condensed"/>
                <a:ea typeface="Ubuntu Condensed"/>
                <a:cs typeface="Ubuntu Condensed"/>
              </a:defRPr>
            </a:pPr>
            <a:r>
              <a:rPr sz="1950">
                <a:solidFill>
                  <a:srgbClr val="38332E"/>
                </a:solidFill>
                <a:latin typeface="Ubuntu Condensed"/>
                <a:ea typeface="Ubuntu Condensed"/>
                <a:cs typeface="Ubuntu Condensed"/>
              </a:rPr>
              <a:t>Region on Color</a:t>
            </a:r>
          </a:p>
        </p:txBody>
      </p:sp>
      <p:sp>
        <p:nvSpPr>
          <p:cNvPr id="16" name="">
            <a:extLst xmlns:a="http://schemas.openxmlformats.org/drawingml/2006/main">
              <a:ext uri="{FF2B5EF4-FFF2-40B4-BE49-F238E27FC236}">
                <a16:creationId xmlns:a16="http://schemas.microsoft.com/office/drawing/2014/main" id="{8039BF5A-A437-4B2B-B579-BCFA5691511B}"/>
              </a:ext>
            </a:extLst>
          </p:cNvPr>
          <p:cNvSpPr>
            <a:spLocks xmlns:a="http://schemas.openxmlformats.org/drawingml/2006/main" noGrp="1"/>
          </p:cNvSpPr>
          <p:nvPr/>
        </p:nvSpPr>
        <p:spPr>
          <a:xfrm xmlns:a="http://schemas.openxmlformats.org/drawingml/2006/main">
            <a:off x="457200" y="5391150"/>
            <a:ext cx="342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a:solidFill>
                  <a:srgbClr val="81796F"/>
                </a:solidFill>
                <a:latin typeface="Ubuntu Condensed"/>
                <a:ea typeface="Ubuntu Condensed"/>
                <a:cs typeface="Ubuntu Condensed"/>
              </a:defRPr>
            </a:defPPr>
          </a:lstStyle>
          <a:p xmlns:a="http://schemas.openxmlformats.org/drawingml/2006/main">
            <a:pPr>
              <a:defRPr sz="1725">
                <a:solidFill>
                  <a:srgbClr val="81796F"/>
                </a:solidFill>
                <a:latin typeface="Ubuntu Condensed"/>
                <a:ea typeface="Ubuntu Condensed"/>
                <a:cs typeface="Ubuntu Condensed"/>
              </a:defRPr>
            </a:pPr>
            <a:r>
              <a:rPr sz="1725">
                <a:solidFill>
                  <a:srgbClr val="81796F"/>
                </a:solidFill>
                <a:latin typeface="Ubuntu Condensed"/>
                <a:ea typeface="Ubuntu Condensed"/>
                <a:cs typeface="Ubuntu Condensed"/>
              </a:rPr>
              <a:t>Filters: GDP &gt; 0</a:t>
            </a:r>
          </a:p>
          <a:p xmlns:a="http://schemas.openxmlformats.org/drawingml/2006/main">
            <a:pPr>
              <a:defRPr sz="1725">
                <a:solidFill>
                  <a:srgbClr val="81796F"/>
                </a:solidFill>
                <a:latin typeface="Ubuntu Condensed"/>
                <a:ea typeface="Ubuntu Condensed"/>
                <a:cs typeface="Ubuntu Condensed"/>
              </a:defRPr>
            </a:pPr>
            <a:r>
              <a:rPr sz="1725">
                <a:solidFill>
                  <a:srgbClr val="81796F"/>
                </a:solidFill>
                <a:latin typeface="Ubuntu Condensed"/>
                <a:ea typeface="Ubuntu Condensed"/>
                <a:cs typeface="Ubuntu Condensed"/>
              </a:rPr>
              <a:t>Life Expectancy &gt; 0</a:t>
            </a:r>
          </a:p>
        </p:txBody>
      </p:sp>
      <p:sp>
        <p:nvSpPr>
          <p:cNvPr id="17" name="">
            <a:extLst xmlns:a="http://schemas.openxmlformats.org/drawingml/2006/main">
              <a:ext uri="{FF2B5EF4-FFF2-40B4-BE49-F238E27FC236}">
                <a16:creationId xmlns:a16="http://schemas.microsoft.com/office/drawing/2014/main" id="{F28C6632-8072-4AC0-ACD8-99FC7BD20E09}"/>
              </a:ext>
            </a:extLst>
          </p:cNvPr>
          <p:cNvSpPr>
            <a:spLocks xmlns:a="http://schemas.openxmlformats.org/drawingml/2006/main" noGrp="1"/>
          </p:cNvSpPr>
          <p:nvPr/>
        </p:nvSpPr>
        <p:spPr>
          <a:xfrm xmlns:a="http://schemas.openxmlformats.org/drawingml/2006/main">
            <a:off x="4343400" y="17145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a:solidFill>
                  <a:srgbClr val="B23C50"/>
                </a:solidFill>
                <a:latin typeface="Ubuntu Condensed"/>
                <a:ea typeface="Ubuntu Condensed"/>
                <a:cs typeface="Ubuntu Condensed"/>
              </a:defRPr>
            </a:defPPr>
          </a:lstStyle>
          <a:p xmlns:a="http://schemas.openxmlformats.org/drawingml/2006/main">
            <a:pPr>
              <a:defRPr sz="2400">
                <a:solidFill>
                  <a:srgbClr val="B23C50"/>
                </a:solidFill>
                <a:latin typeface="Ubuntu Condensed"/>
                <a:ea typeface="Ubuntu Condensed"/>
                <a:cs typeface="Ubuntu Condensed"/>
              </a:defRPr>
            </a:pPr>
            <a:r>
              <a:rPr sz="2400">
                <a:solidFill>
                  <a:srgbClr val="B23C50"/>
                </a:solidFill>
                <a:latin typeface="Ubuntu Condensed"/>
                <a:ea typeface="Ubuntu Condensed"/>
                <a:cs typeface="Ubuntu Condensed"/>
              </a:rPr>
              <a:t>2  Life History</a:t>
            </a:r>
          </a:p>
        </p:txBody>
      </p:sp>
      <p:sp>
        <p:nvSpPr>
          <p:cNvPr id="18" name="">
            <a:extLst xmlns:a="http://schemas.openxmlformats.org/drawingml/2006/main">
              <a:ext uri="{FF2B5EF4-FFF2-40B4-BE49-F238E27FC236}">
                <a16:creationId xmlns:a16="http://schemas.microsoft.com/office/drawing/2014/main" id="{3FDC6240-961F-4D25-894C-917D53BEB57E}"/>
              </a:ext>
            </a:extLst>
          </p:cNvPr>
          <p:cNvSpPr>
            <a:spLocks xmlns:a="http://schemas.openxmlformats.org/drawingml/2006/main" noGrp="1"/>
          </p:cNvSpPr>
          <p:nvPr/>
        </p:nvSpPr>
        <p:spPr>
          <a:xfrm xmlns:a="http://schemas.openxmlformats.org/drawingml/2006/main">
            <a:off x="4343400" y="24193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a:solidFill>
                  <a:srgbClr val="81796F"/>
                </a:solidFill>
                <a:latin typeface="Ubuntu Condensed"/>
                <a:ea typeface="Ubuntu Condensed"/>
                <a:cs typeface="Ubuntu Condensed"/>
              </a:defRPr>
            </a:defPPr>
          </a:lstStyle>
          <a:p xmlns:a="http://schemas.openxmlformats.org/drawingml/2006/main">
            <a:pPr>
              <a:defRPr sz="1575">
                <a:solidFill>
                  <a:srgbClr val="81796F"/>
                </a:solidFill>
                <a:latin typeface="Ubuntu Condensed"/>
                <a:ea typeface="Ubuntu Condensed"/>
                <a:cs typeface="Ubuntu Condensed"/>
              </a:defRPr>
            </a:pPr>
            <a:r>
              <a:rPr sz="1575">
                <a:solidFill>
                  <a:srgbClr val="81796F"/>
                </a:solidFill>
                <a:latin typeface="Ubuntu Condensed"/>
                <a:ea typeface="Ubuntu Condensed"/>
                <a:cs typeface="Ubuntu Condensed"/>
              </a:rPr>
              <a:t>Columns</a:t>
            </a:r>
          </a:p>
        </p:txBody>
      </p:sp>
      <p:sp>
        <p:nvSpPr>
          <p:cNvPr id="19" name="">
            <a:extLst xmlns:a="http://schemas.openxmlformats.org/drawingml/2006/main">
              <a:ext uri="{FF2B5EF4-FFF2-40B4-BE49-F238E27FC236}">
                <a16:creationId xmlns:a16="http://schemas.microsoft.com/office/drawing/2014/main" id="{A287203B-6E84-4784-A62B-C45AC3D59A5D}"/>
              </a:ext>
            </a:extLst>
          </p:cNvPr>
          <p:cNvSpPr>
            <a:spLocks xmlns:a="http://schemas.openxmlformats.org/drawingml/2006/main" noGrp="1"/>
          </p:cNvSpPr>
          <p:nvPr/>
        </p:nvSpPr>
        <p:spPr>
          <a:xfrm xmlns:a="http://schemas.openxmlformats.org/drawingml/2006/main">
            <a:off x="5305425" y="2381250"/>
            <a:ext cx="2400300" cy="333375"/>
          </a:xfrm>
          <a:prstGeom xmlns:a="http://schemas.openxmlformats.org/drawingml/2006/main" prst="rect">
            <a:avLst/>
          </a:prstGeom>
          <a:solidFill xmlns:a="http://schemas.openxmlformats.org/drawingml/2006/main">
            <a:srgbClr val="64754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A7EBDD4-6115-43D2-BA3C-0C75C0841AC3}"/>
              </a:ext>
            </a:extLst>
          </p:cNvPr>
          <p:cNvSpPr>
            <a:spLocks xmlns:a="http://schemas.openxmlformats.org/drawingml/2006/main" noGrp="1"/>
          </p:cNvSpPr>
          <p:nvPr/>
        </p:nvSpPr>
        <p:spPr>
          <a:xfrm xmlns:a="http://schemas.openxmlformats.org/drawingml/2006/main">
            <a:off x="5391150" y="2419350"/>
            <a:ext cx="2228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75">
                <a:solidFill>
                  <a:srgbClr val="FFFFFF"/>
                </a:solidFill>
                <a:latin typeface="Ubuntu Condensed"/>
                <a:ea typeface="Ubuntu Condensed"/>
                <a:cs typeface="Ubuntu Condensed"/>
              </a:defRPr>
            </a:defPPr>
          </a:lstStyle>
          <a:p xmlns:a="http://schemas.openxmlformats.org/drawingml/2006/main">
            <a:pPr algn="ctr">
              <a:defRPr sz="1575">
                <a:solidFill>
                  <a:srgbClr val="FFFFFF"/>
                </a:solidFill>
                <a:latin typeface="Ubuntu Condensed"/>
                <a:ea typeface="Ubuntu Condensed"/>
                <a:cs typeface="Ubuntu Condensed"/>
              </a:defRPr>
            </a:pPr>
            <a:r>
              <a:rPr sz="1575">
                <a:solidFill>
                  <a:srgbClr val="FFFFFF"/>
                </a:solidFill>
                <a:latin typeface="Ubuntu Condensed"/>
                <a:ea typeface="Ubuntu Condensed"/>
                <a:cs typeface="Ubuntu Condensed"/>
              </a:rPr>
              <a:t>Year</a:t>
            </a:r>
          </a:p>
        </p:txBody>
      </p:sp>
      <p:sp>
        <p:nvSpPr>
          <p:cNvPr id="21" name="">
            <a:extLst xmlns:a="http://schemas.openxmlformats.org/drawingml/2006/main">
              <a:ext uri="{FF2B5EF4-FFF2-40B4-BE49-F238E27FC236}">
                <a16:creationId xmlns:a16="http://schemas.microsoft.com/office/drawing/2014/main" id="{F17EF61E-63FA-488C-99B0-9B147BCE3558}"/>
              </a:ext>
            </a:extLst>
          </p:cNvPr>
          <p:cNvSpPr>
            <a:spLocks xmlns:a="http://schemas.openxmlformats.org/drawingml/2006/main" noGrp="1"/>
          </p:cNvSpPr>
          <p:nvPr/>
        </p:nvSpPr>
        <p:spPr>
          <a:xfrm xmlns:a="http://schemas.openxmlformats.org/drawingml/2006/main">
            <a:off x="4343400" y="28765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a:solidFill>
                  <a:srgbClr val="81796F"/>
                </a:solidFill>
                <a:latin typeface="Ubuntu Condensed"/>
                <a:ea typeface="Ubuntu Condensed"/>
                <a:cs typeface="Ubuntu Condensed"/>
              </a:defRPr>
            </a:defPPr>
          </a:lstStyle>
          <a:p xmlns:a="http://schemas.openxmlformats.org/drawingml/2006/main">
            <a:pPr>
              <a:defRPr sz="1575">
                <a:solidFill>
                  <a:srgbClr val="81796F"/>
                </a:solidFill>
                <a:latin typeface="Ubuntu Condensed"/>
                <a:ea typeface="Ubuntu Condensed"/>
                <a:cs typeface="Ubuntu Condensed"/>
              </a:defRPr>
            </a:pPr>
            <a:r>
              <a:rPr sz="1575">
                <a:solidFill>
                  <a:srgbClr val="81796F"/>
                </a:solidFill>
                <a:latin typeface="Ubuntu Condensed"/>
                <a:ea typeface="Ubuntu Condensed"/>
                <a:cs typeface="Ubuntu Condensed"/>
              </a:rPr>
              <a:t>Rows</a:t>
            </a:r>
          </a:p>
        </p:txBody>
      </p:sp>
      <p:sp>
        <p:nvSpPr>
          <p:cNvPr id="22" name="">
            <a:extLst xmlns:a="http://schemas.openxmlformats.org/drawingml/2006/main">
              <a:ext uri="{FF2B5EF4-FFF2-40B4-BE49-F238E27FC236}">
                <a16:creationId xmlns:a16="http://schemas.microsoft.com/office/drawing/2014/main" id="{CE94FF15-D7C5-4D1D-BD9C-E85B39DC2B41}"/>
              </a:ext>
            </a:extLst>
          </p:cNvPr>
          <p:cNvSpPr>
            <a:spLocks xmlns:a="http://schemas.openxmlformats.org/drawingml/2006/main" noGrp="1"/>
          </p:cNvSpPr>
          <p:nvPr/>
        </p:nvSpPr>
        <p:spPr>
          <a:xfrm xmlns:a="http://schemas.openxmlformats.org/drawingml/2006/main">
            <a:off x="5305425" y="2838450"/>
            <a:ext cx="2400300" cy="333375"/>
          </a:xfrm>
          <a:prstGeom xmlns:a="http://schemas.openxmlformats.org/drawingml/2006/main" prst="rect">
            <a:avLst/>
          </a:prstGeom>
          <a:solidFill xmlns:a="http://schemas.openxmlformats.org/drawingml/2006/main">
            <a:srgbClr val="64754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6142D3A-27B9-46AF-9F83-3DA362105E6D}"/>
              </a:ext>
            </a:extLst>
          </p:cNvPr>
          <p:cNvSpPr>
            <a:spLocks xmlns:a="http://schemas.openxmlformats.org/drawingml/2006/main" noGrp="1"/>
          </p:cNvSpPr>
          <p:nvPr/>
        </p:nvSpPr>
        <p:spPr>
          <a:xfrm xmlns:a="http://schemas.openxmlformats.org/drawingml/2006/main">
            <a:off x="5391150" y="2876550"/>
            <a:ext cx="2228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75">
                <a:solidFill>
                  <a:srgbClr val="FFFFFF"/>
                </a:solidFill>
                <a:latin typeface="Ubuntu Condensed"/>
                <a:ea typeface="Ubuntu Condensed"/>
                <a:cs typeface="Ubuntu Condensed"/>
              </a:defRPr>
            </a:defPPr>
          </a:lstStyle>
          <a:p xmlns:a="http://schemas.openxmlformats.org/drawingml/2006/main">
            <a:pPr algn="ctr">
              <a:defRPr sz="1575">
                <a:solidFill>
                  <a:srgbClr val="FFFFFF"/>
                </a:solidFill>
                <a:latin typeface="Ubuntu Condensed"/>
                <a:ea typeface="Ubuntu Condensed"/>
                <a:cs typeface="Ubuntu Condensed"/>
              </a:defRPr>
            </a:pPr>
            <a:r>
              <a:rPr sz="1575">
                <a:solidFill>
                  <a:srgbClr val="FFFFFF"/>
                </a:solidFill>
                <a:latin typeface="Ubuntu Condensed"/>
                <a:ea typeface="Ubuntu Condensed"/>
                <a:cs typeface="Ubuntu Condensed"/>
              </a:rPr>
              <a:t>AVG(Life Expectancy)</a:t>
            </a:r>
          </a:p>
        </p:txBody>
      </p:sp>
      <p:sp>
        <p:nvSpPr>
          <p:cNvPr id="24" name="">
            <a:extLst xmlns:a="http://schemas.openxmlformats.org/drawingml/2006/main">
              <a:ext uri="{FF2B5EF4-FFF2-40B4-BE49-F238E27FC236}">
                <a16:creationId xmlns:a16="http://schemas.microsoft.com/office/drawing/2014/main" id="{AF79D207-A4A5-4E71-AB6F-E2928636DAD9}"/>
              </a:ext>
            </a:extLst>
          </p:cNvPr>
          <p:cNvSpPr>
            <a:spLocks xmlns:a="http://schemas.openxmlformats.org/drawingml/2006/main" noGrp="1"/>
          </p:cNvSpPr>
          <p:nvPr/>
        </p:nvSpPr>
        <p:spPr>
          <a:xfrm xmlns:a="http://schemas.openxmlformats.org/drawingml/2006/main">
            <a:off x="4343400" y="33337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a:solidFill>
                  <a:srgbClr val="81796F"/>
                </a:solidFill>
                <a:latin typeface="Ubuntu Condensed"/>
                <a:ea typeface="Ubuntu Condensed"/>
                <a:cs typeface="Ubuntu Condensed"/>
              </a:defRPr>
            </a:defPPr>
          </a:lstStyle>
          <a:p xmlns:a="http://schemas.openxmlformats.org/drawingml/2006/main">
            <a:pPr>
              <a:defRPr sz="1575">
                <a:solidFill>
                  <a:srgbClr val="81796F"/>
                </a:solidFill>
                <a:latin typeface="Ubuntu Condensed"/>
                <a:ea typeface="Ubuntu Condensed"/>
                <a:cs typeface="Ubuntu Condensed"/>
              </a:defRPr>
            </a:pPr>
            <a:r>
              <a:rPr sz="1575">
                <a:solidFill>
                  <a:srgbClr val="81796F"/>
                </a:solidFill>
                <a:latin typeface="Ubuntu Condensed"/>
                <a:ea typeface="Ubuntu Condensed"/>
                <a:cs typeface="Ubuntu Condensed"/>
              </a:rPr>
              <a:t>Filters</a:t>
            </a:r>
          </a:p>
        </p:txBody>
      </p:sp>
      <p:sp>
        <p:nvSpPr>
          <p:cNvPr id="25" name="">
            <a:extLst xmlns:a="http://schemas.openxmlformats.org/drawingml/2006/main">
              <a:ext uri="{FF2B5EF4-FFF2-40B4-BE49-F238E27FC236}">
                <a16:creationId xmlns:a16="http://schemas.microsoft.com/office/drawing/2014/main" id="{0184B821-D2E1-401A-A70A-0E49B18729D6}"/>
              </a:ext>
            </a:extLst>
          </p:cNvPr>
          <p:cNvSpPr>
            <a:spLocks xmlns:a="http://schemas.openxmlformats.org/drawingml/2006/main" noGrp="1"/>
          </p:cNvSpPr>
          <p:nvPr/>
        </p:nvSpPr>
        <p:spPr>
          <a:xfrm xmlns:a="http://schemas.openxmlformats.org/drawingml/2006/main">
            <a:off x="5305425" y="3295650"/>
            <a:ext cx="2400300" cy="333375"/>
          </a:xfrm>
          <a:prstGeom xmlns:a="http://schemas.openxmlformats.org/drawingml/2006/main" prst="rect">
            <a:avLst/>
          </a:prstGeom>
          <a:solidFill xmlns:a="http://schemas.openxmlformats.org/drawingml/2006/main">
            <a:srgbClr val="45798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F7BF4E8-804A-408C-A28D-EB6B083BCD8C}"/>
              </a:ext>
            </a:extLst>
          </p:cNvPr>
          <p:cNvSpPr>
            <a:spLocks xmlns:a="http://schemas.openxmlformats.org/drawingml/2006/main" noGrp="1"/>
          </p:cNvSpPr>
          <p:nvPr/>
        </p:nvSpPr>
        <p:spPr>
          <a:xfrm xmlns:a="http://schemas.openxmlformats.org/drawingml/2006/main">
            <a:off x="5391150" y="3333750"/>
            <a:ext cx="2228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75">
                <a:solidFill>
                  <a:srgbClr val="FFFFFF"/>
                </a:solidFill>
                <a:latin typeface="Ubuntu Condensed"/>
                <a:ea typeface="Ubuntu Condensed"/>
                <a:cs typeface="Ubuntu Condensed"/>
              </a:defRPr>
            </a:defPPr>
          </a:lstStyle>
          <a:p xmlns:a="http://schemas.openxmlformats.org/drawingml/2006/main">
            <a:pPr algn="ctr">
              <a:defRPr sz="1575">
                <a:solidFill>
                  <a:srgbClr val="FFFFFF"/>
                </a:solidFill>
                <a:latin typeface="Ubuntu Condensed"/>
                <a:ea typeface="Ubuntu Condensed"/>
                <a:cs typeface="Ubuntu Condensed"/>
              </a:defRPr>
            </a:pPr>
            <a:r>
              <a:rPr sz="1575">
                <a:solidFill>
                  <a:srgbClr val="FFFFFF"/>
                </a:solidFill>
                <a:latin typeface="Ubuntu Condensed"/>
                <a:ea typeface="Ubuntu Condensed"/>
                <a:cs typeface="Ubuntu Condensed"/>
              </a:rPr>
              <a:t>Year: 1960–2020</a:t>
            </a:r>
          </a:p>
        </p:txBody>
      </p:sp>
      <p:sp>
        <p:nvSpPr>
          <p:cNvPr id="27" name="">
            <a:extLst xmlns:a="http://schemas.openxmlformats.org/drawingml/2006/main">
              <a:ext uri="{FF2B5EF4-FFF2-40B4-BE49-F238E27FC236}">
                <a16:creationId xmlns:a16="http://schemas.microsoft.com/office/drawing/2014/main" id="{380724F8-0216-425C-BBA9-BC9FCD9D961D}"/>
              </a:ext>
            </a:extLst>
          </p:cNvPr>
          <p:cNvSpPr>
            <a:spLocks xmlns:a="http://schemas.openxmlformats.org/drawingml/2006/main" noGrp="1"/>
          </p:cNvSpPr>
          <p:nvPr/>
        </p:nvSpPr>
        <p:spPr>
          <a:xfrm xmlns:a="http://schemas.openxmlformats.org/drawingml/2006/main">
            <a:off x="4343400" y="396240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a:solidFill>
                  <a:srgbClr val="81796F"/>
                </a:solidFill>
                <a:latin typeface="Ubuntu Condensed"/>
                <a:ea typeface="Ubuntu Condensed"/>
                <a:cs typeface="Ubuntu Condensed"/>
              </a:defRPr>
            </a:defPPr>
          </a:lstStyle>
          <a:p xmlns:a="http://schemas.openxmlformats.org/drawingml/2006/main">
            <a:pPr>
              <a:defRPr sz="1725">
                <a:solidFill>
                  <a:srgbClr val="81796F"/>
                </a:solidFill>
                <a:latin typeface="Ubuntu Condensed"/>
                <a:ea typeface="Ubuntu Condensed"/>
                <a:cs typeface="Ubuntu Condensed"/>
              </a:defRPr>
            </a:pPr>
            <a:r>
              <a:rPr sz="1725">
                <a:solidFill>
                  <a:srgbClr val="81796F"/>
                </a:solidFill>
                <a:latin typeface="Ubuntu Condensed"/>
                <a:ea typeface="Ubuntu Condensed"/>
                <a:cs typeface="Ubuntu Condensed"/>
              </a:rPr>
              <a:t>Marks</a:t>
            </a:r>
          </a:p>
        </p:txBody>
      </p:sp>
      <p:sp>
        <p:nvSpPr>
          <p:cNvPr id="28" name="">
            <a:extLst xmlns:a="http://schemas.openxmlformats.org/drawingml/2006/main">
              <a:ext uri="{FF2B5EF4-FFF2-40B4-BE49-F238E27FC236}">
                <a16:creationId xmlns:a16="http://schemas.microsoft.com/office/drawing/2014/main" id="{5033DB98-E3D7-4578-B6B1-4EBBE20D75AC}"/>
              </a:ext>
            </a:extLst>
          </p:cNvPr>
          <p:cNvSpPr>
            <a:spLocks xmlns:a="http://schemas.openxmlformats.org/drawingml/2006/main" noGrp="1"/>
          </p:cNvSpPr>
          <p:nvPr/>
        </p:nvSpPr>
        <p:spPr>
          <a:xfrm xmlns:a="http://schemas.openxmlformats.org/drawingml/2006/main">
            <a:off x="5305425" y="3914775"/>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a:solidFill>
                  <a:srgbClr val="38332E"/>
                </a:solidFill>
                <a:latin typeface="Ubuntu Condensed"/>
                <a:ea typeface="Ubuntu Condensed"/>
                <a:cs typeface="Ubuntu Condensed"/>
              </a:defRPr>
            </a:defPPr>
          </a:lstStyle>
          <a:p xmlns:a="http://schemas.openxmlformats.org/drawingml/2006/main">
            <a:pPr>
              <a:defRPr sz="2100">
                <a:solidFill>
                  <a:srgbClr val="38332E"/>
                </a:solidFill>
                <a:latin typeface="Ubuntu Condensed"/>
                <a:ea typeface="Ubuntu Condensed"/>
                <a:cs typeface="Ubuntu Condensed"/>
              </a:defRPr>
            </a:pPr>
            <a:r>
              <a:rPr sz="2100">
                <a:solidFill>
                  <a:srgbClr val="38332E"/>
                </a:solidFill>
                <a:latin typeface="Ubuntu Condensed"/>
                <a:ea typeface="Ubuntu Condensed"/>
                <a:cs typeface="Ubuntu Condensed"/>
              </a:rPr>
              <a:t>Line</a:t>
            </a:r>
          </a:p>
        </p:txBody>
      </p:sp>
      <p:sp>
        <p:nvSpPr>
          <p:cNvPr id="29" name="">
            <a:extLst xmlns:a="http://schemas.openxmlformats.org/drawingml/2006/main">
              <a:ext uri="{FF2B5EF4-FFF2-40B4-BE49-F238E27FC236}">
                <a16:creationId xmlns:a16="http://schemas.microsoft.com/office/drawing/2014/main" id="{F10FC7EC-9BDB-4E03-BA2E-6B3B2D78C1ED}"/>
              </a:ext>
            </a:extLst>
          </p:cNvPr>
          <p:cNvSpPr>
            <a:spLocks xmlns:a="http://schemas.openxmlformats.org/drawingml/2006/main" noGrp="1"/>
          </p:cNvSpPr>
          <p:nvPr/>
        </p:nvSpPr>
        <p:spPr>
          <a:xfrm xmlns:a="http://schemas.openxmlformats.org/drawingml/2006/main">
            <a:off x="4343400" y="444817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a:solidFill>
                  <a:srgbClr val="38332E"/>
                </a:solidFill>
                <a:latin typeface="Ubuntu Condensed"/>
                <a:ea typeface="Ubuntu Condensed"/>
                <a:cs typeface="Ubuntu Condensed"/>
              </a:defRPr>
            </a:defPPr>
          </a:lstStyle>
          <a:p xmlns:a="http://schemas.openxmlformats.org/drawingml/2006/main">
            <a:pPr>
              <a:defRPr sz="1950">
                <a:solidFill>
                  <a:srgbClr val="38332E"/>
                </a:solidFill>
                <a:latin typeface="Ubuntu Condensed"/>
                <a:ea typeface="Ubuntu Condensed"/>
                <a:cs typeface="Ubuntu Condensed"/>
              </a:defRPr>
            </a:pPr>
            <a:r>
              <a:rPr sz="1950">
                <a:solidFill>
                  <a:srgbClr val="38332E"/>
                </a:solidFill>
                <a:latin typeface="Ubuntu Condensed"/>
                <a:ea typeface="Ubuntu Condensed"/>
                <a:cs typeface="Ubuntu Condensed"/>
              </a:rPr>
              <a:t>Country on Color</a:t>
            </a:r>
          </a:p>
        </p:txBody>
      </p:sp>
      <p:sp>
        <p:nvSpPr>
          <p:cNvPr id="30" name="">
            <a:extLst xmlns:a="http://schemas.openxmlformats.org/drawingml/2006/main">
              <a:ext uri="{FF2B5EF4-FFF2-40B4-BE49-F238E27FC236}">
                <a16:creationId xmlns:a16="http://schemas.microsoft.com/office/drawing/2014/main" id="{7B08E7C0-3100-44B6-AD4E-5A4E404DCE28}"/>
              </a:ext>
            </a:extLst>
          </p:cNvPr>
          <p:cNvSpPr>
            <a:spLocks xmlns:a="http://schemas.openxmlformats.org/drawingml/2006/main" noGrp="1"/>
          </p:cNvSpPr>
          <p:nvPr/>
        </p:nvSpPr>
        <p:spPr>
          <a:xfrm xmlns:a="http://schemas.openxmlformats.org/drawingml/2006/main">
            <a:off x="4343400" y="5391150"/>
            <a:ext cx="342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a:solidFill>
                  <a:srgbClr val="81796F"/>
                </a:solidFill>
                <a:latin typeface="Ubuntu Condensed"/>
                <a:ea typeface="Ubuntu Condensed"/>
                <a:cs typeface="Ubuntu Condensed"/>
              </a:defRPr>
            </a:defPPr>
          </a:lstStyle>
          <a:p xmlns:a="http://schemas.openxmlformats.org/drawingml/2006/main">
            <a:pPr>
              <a:defRPr sz="1725">
                <a:solidFill>
                  <a:srgbClr val="81796F"/>
                </a:solidFill>
                <a:latin typeface="Ubuntu Condensed"/>
                <a:ea typeface="Ubuntu Condensed"/>
                <a:cs typeface="Ubuntu Condensed"/>
              </a:defRPr>
            </a:pPr>
            <a:r>
              <a:rPr sz="1725">
                <a:solidFill>
                  <a:srgbClr val="81796F"/>
                </a:solidFill>
                <a:latin typeface="Ubuntu Condensed"/>
                <a:ea typeface="Ubuntu Condensed"/>
                <a:cs typeface="Ubuntu Condensed"/>
              </a:rPr>
              <a:t>Year pill menu: Continuous</a:t>
            </a:r>
          </a:p>
          <a:p xmlns:a="http://schemas.openxmlformats.org/drawingml/2006/main">
            <a:pPr>
              <a:defRPr sz="1725">
                <a:solidFill>
                  <a:srgbClr val="81796F"/>
                </a:solidFill>
                <a:latin typeface="Ubuntu Condensed"/>
                <a:ea typeface="Ubuntu Condensed"/>
                <a:cs typeface="Ubuntu Condensed"/>
              </a:defRPr>
            </a:pPr>
            <a:r>
              <a:rPr sz="1725">
                <a:solidFill>
                  <a:srgbClr val="81796F"/>
                </a:solidFill>
                <a:latin typeface="Ubuntu Condensed"/>
                <a:ea typeface="Ubuntu Condensed"/>
                <a:cs typeface="Ubuntu Condensed"/>
              </a:rPr>
              <a:t>Keep the full year range.</a:t>
            </a:r>
          </a:p>
        </p:txBody>
      </p:sp>
      <p:sp>
        <p:nvSpPr>
          <p:cNvPr id="31" name="">
            <a:extLst xmlns:a="http://schemas.openxmlformats.org/drawingml/2006/main">
              <a:ext uri="{FF2B5EF4-FFF2-40B4-BE49-F238E27FC236}">
                <a16:creationId xmlns:a16="http://schemas.microsoft.com/office/drawing/2014/main" id="{C9048343-BB66-4600-85B9-2DB5E2299671}"/>
              </a:ext>
            </a:extLst>
          </p:cNvPr>
          <p:cNvSpPr>
            <a:spLocks xmlns:a="http://schemas.openxmlformats.org/drawingml/2006/main" noGrp="1"/>
          </p:cNvSpPr>
          <p:nvPr/>
        </p:nvSpPr>
        <p:spPr>
          <a:xfrm xmlns:a="http://schemas.openxmlformats.org/drawingml/2006/main">
            <a:off x="8229600" y="17145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a:solidFill>
                  <a:srgbClr val="B23C50"/>
                </a:solidFill>
                <a:latin typeface="Ubuntu Condensed"/>
                <a:ea typeface="Ubuntu Condensed"/>
                <a:cs typeface="Ubuntu Condensed"/>
              </a:defRPr>
            </a:defPPr>
          </a:lstStyle>
          <a:p xmlns:a="http://schemas.openxmlformats.org/drawingml/2006/main">
            <a:pPr>
              <a:defRPr sz="2400">
                <a:solidFill>
                  <a:srgbClr val="B23C50"/>
                </a:solidFill>
                <a:latin typeface="Ubuntu Condensed"/>
                <a:ea typeface="Ubuntu Condensed"/>
                <a:cs typeface="Ubuntu Condensed"/>
              </a:defRPr>
            </a:pPr>
            <a:r>
              <a:rPr sz="2400">
                <a:solidFill>
                  <a:srgbClr val="B23C50"/>
                </a:solidFill>
                <a:latin typeface="Ubuntu Condensed"/>
                <a:ea typeface="Ubuntu Condensed"/>
                <a:cs typeface="Ubuntu Condensed"/>
              </a:rPr>
              <a:t>3  GDP History</a:t>
            </a:r>
          </a:p>
        </p:txBody>
      </p:sp>
      <p:sp>
        <p:nvSpPr>
          <p:cNvPr id="32" name="">
            <a:extLst xmlns:a="http://schemas.openxmlformats.org/drawingml/2006/main">
              <a:ext uri="{FF2B5EF4-FFF2-40B4-BE49-F238E27FC236}">
                <a16:creationId xmlns:a16="http://schemas.microsoft.com/office/drawing/2014/main" id="{393FF21F-C609-4766-9C1D-DABD54370931}"/>
              </a:ext>
            </a:extLst>
          </p:cNvPr>
          <p:cNvSpPr>
            <a:spLocks xmlns:a="http://schemas.openxmlformats.org/drawingml/2006/main" noGrp="1"/>
          </p:cNvSpPr>
          <p:nvPr/>
        </p:nvSpPr>
        <p:spPr>
          <a:xfrm xmlns:a="http://schemas.openxmlformats.org/drawingml/2006/main">
            <a:off x="8229600" y="24193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a:solidFill>
                  <a:srgbClr val="81796F"/>
                </a:solidFill>
                <a:latin typeface="Ubuntu Condensed"/>
                <a:ea typeface="Ubuntu Condensed"/>
                <a:cs typeface="Ubuntu Condensed"/>
              </a:defRPr>
            </a:defPPr>
          </a:lstStyle>
          <a:p xmlns:a="http://schemas.openxmlformats.org/drawingml/2006/main">
            <a:pPr>
              <a:defRPr sz="1575">
                <a:solidFill>
                  <a:srgbClr val="81796F"/>
                </a:solidFill>
                <a:latin typeface="Ubuntu Condensed"/>
                <a:ea typeface="Ubuntu Condensed"/>
                <a:cs typeface="Ubuntu Condensed"/>
              </a:defRPr>
            </a:pPr>
            <a:r>
              <a:rPr sz="1575">
                <a:solidFill>
                  <a:srgbClr val="81796F"/>
                </a:solidFill>
                <a:latin typeface="Ubuntu Condensed"/>
                <a:ea typeface="Ubuntu Condensed"/>
                <a:cs typeface="Ubuntu Condensed"/>
              </a:rPr>
              <a:t>Columns</a:t>
            </a:r>
          </a:p>
        </p:txBody>
      </p:sp>
      <p:sp>
        <p:nvSpPr>
          <p:cNvPr id="33" name="">
            <a:extLst xmlns:a="http://schemas.openxmlformats.org/drawingml/2006/main">
              <a:ext uri="{FF2B5EF4-FFF2-40B4-BE49-F238E27FC236}">
                <a16:creationId xmlns:a16="http://schemas.microsoft.com/office/drawing/2014/main" id="{4869EFBF-FEE9-40E0-91E4-2C6D37D97589}"/>
              </a:ext>
            </a:extLst>
          </p:cNvPr>
          <p:cNvSpPr>
            <a:spLocks xmlns:a="http://schemas.openxmlformats.org/drawingml/2006/main" noGrp="1"/>
          </p:cNvSpPr>
          <p:nvPr/>
        </p:nvSpPr>
        <p:spPr>
          <a:xfrm xmlns:a="http://schemas.openxmlformats.org/drawingml/2006/main">
            <a:off x="9191625" y="2381250"/>
            <a:ext cx="2400300" cy="333375"/>
          </a:xfrm>
          <a:prstGeom xmlns:a="http://schemas.openxmlformats.org/drawingml/2006/main" prst="rect">
            <a:avLst/>
          </a:prstGeom>
          <a:solidFill xmlns:a="http://schemas.openxmlformats.org/drawingml/2006/main">
            <a:srgbClr val="647545"/>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A18E32D3-10A3-4325-A6AC-80D2798F215E}"/>
              </a:ext>
            </a:extLst>
          </p:cNvPr>
          <p:cNvSpPr>
            <a:spLocks xmlns:a="http://schemas.openxmlformats.org/drawingml/2006/main" noGrp="1"/>
          </p:cNvSpPr>
          <p:nvPr/>
        </p:nvSpPr>
        <p:spPr>
          <a:xfrm xmlns:a="http://schemas.openxmlformats.org/drawingml/2006/main">
            <a:off x="9277350" y="2419350"/>
            <a:ext cx="2228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75">
                <a:solidFill>
                  <a:srgbClr val="FFFFFF"/>
                </a:solidFill>
                <a:latin typeface="Ubuntu Condensed"/>
                <a:ea typeface="Ubuntu Condensed"/>
                <a:cs typeface="Ubuntu Condensed"/>
              </a:defRPr>
            </a:defPPr>
          </a:lstStyle>
          <a:p xmlns:a="http://schemas.openxmlformats.org/drawingml/2006/main">
            <a:pPr algn="ctr">
              <a:defRPr sz="1575">
                <a:solidFill>
                  <a:srgbClr val="FFFFFF"/>
                </a:solidFill>
                <a:latin typeface="Ubuntu Condensed"/>
                <a:ea typeface="Ubuntu Condensed"/>
                <a:cs typeface="Ubuntu Condensed"/>
              </a:defRPr>
            </a:pPr>
            <a:r>
              <a:rPr sz="1575">
                <a:solidFill>
                  <a:srgbClr val="FFFFFF"/>
                </a:solidFill>
                <a:latin typeface="Ubuntu Condensed"/>
                <a:ea typeface="Ubuntu Condensed"/>
                <a:cs typeface="Ubuntu Condensed"/>
              </a:rPr>
              <a:t>Year</a:t>
            </a:r>
          </a:p>
        </p:txBody>
      </p:sp>
      <p:sp>
        <p:nvSpPr>
          <p:cNvPr id="35" name="">
            <a:extLst xmlns:a="http://schemas.openxmlformats.org/drawingml/2006/main">
              <a:ext uri="{FF2B5EF4-FFF2-40B4-BE49-F238E27FC236}">
                <a16:creationId xmlns:a16="http://schemas.microsoft.com/office/drawing/2014/main" id="{DA749540-87C9-477B-84FE-545C270135A3}"/>
              </a:ext>
            </a:extLst>
          </p:cNvPr>
          <p:cNvSpPr>
            <a:spLocks xmlns:a="http://schemas.openxmlformats.org/drawingml/2006/main" noGrp="1"/>
          </p:cNvSpPr>
          <p:nvPr/>
        </p:nvSpPr>
        <p:spPr>
          <a:xfrm xmlns:a="http://schemas.openxmlformats.org/drawingml/2006/main">
            <a:off x="8229600" y="28765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a:solidFill>
                  <a:srgbClr val="81796F"/>
                </a:solidFill>
                <a:latin typeface="Ubuntu Condensed"/>
                <a:ea typeface="Ubuntu Condensed"/>
                <a:cs typeface="Ubuntu Condensed"/>
              </a:defRPr>
            </a:defPPr>
          </a:lstStyle>
          <a:p xmlns:a="http://schemas.openxmlformats.org/drawingml/2006/main">
            <a:pPr>
              <a:defRPr sz="1575">
                <a:solidFill>
                  <a:srgbClr val="81796F"/>
                </a:solidFill>
                <a:latin typeface="Ubuntu Condensed"/>
                <a:ea typeface="Ubuntu Condensed"/>
                <a:cs typeface="Ubuntu Condensed"/>
              </a:defRPr>
            </a:pPr>
            <a:r>
              <a:rPr sz="1575">
                <a:solidFill>
                  <a:srgbClr val="81796F"/>
                </a:solidFill>
                <a:latin typeface="Ubuntu Condensed"/>
                <a:ea typeface="Ubuntu Condensed"/>
                <a:cs typeface="Ubuntu Condensed"/>
              </a:rPr>
              <a:t>Rows</a:t>
            </a:r>
          </a:p>
        </p:txBody>
      </p:sp>
      <p:sp>
        <p:nvSpPr>
          <p:cNvPr id="36" name="">
            <a:extLst xmlns:a="http://schemas.openxmlformats.org/drawingml/2006/main">
              <a:ext uri="{FF2B5EF4-FFF2-40B4-BE49-F238E27FC236}">
                <a16:creationId xmlns:a16="http://schemas.microsoft.com/office/drawing/2014/main" id="{3F056AF7-38C3-4A68-814F-34615E7BD496}"/>
              </a:ext>
            </a:extLst>
          </p:cNvPr>
          <p:cNvSpPr>
            <a:spLocks xmlns:a="http://schemas.openxmlformats.org/drawingml/2006/main" noGrp="1"/>
          </p:cNvSpPr>
          <p:nvPr/>
        </p:nvSpPr>
        <p:spPr>
          <a:xfrm xmlns:a="http://schemas.openxmlformats.org/drawingml/2006/main">
            <a:off x="9191625" y="2838450"/>
            <a:ext cx="2400300" cy="333375"/>
          </a:xfrm>
          <a:prstGeom xmlns:a="http://schemas.openxmlformats.org/drawingml/2006/main" prst="rect">
            <a:avLst/>
          </a:prstGeom>
          <a:solidFill xmlns:a="http://schemas.openxmlformats.org/drawingml/2006/main">
            <a:srgbClr val="647545"/>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119C8F19-8628-4902-9F3C-7B7F23F83BD6}"/>
              </a:ext>
            </a:extLst>
          </p:cNvPr>
          <p:cNvSpPr>
            <a:spLocks xmlns:a="http://schemas.openxmlformats.org/drawingml/2006/main" noGrp="1"/>
          </p:cNvSpPr>
          <p:nvPr/>
        </p:nvSpPr>
        <p:spPr>
          <a:xfrm xmlns:a="http://schemas.openxmlformats.org/drawingml/2006/main">
            <a:off x="9277350" y="2876550"/>
            <a:ext cx="2228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75">
                <a:solidFill>
                  <a:srgbClr val="FFFFFF"/>
                </a:solidFill>
                <a:latin typeface="Ubuntu Condensed"/>
                <a:ea typeface="Ubuntu Condensed"/>
                <a:cs typeface="Ubuntu Condensed"/>
              </a:defRPr>
            </a:defPPr>
          </a:lstStyle>
          <a:p xmlns:a="http://schemas.openxmlformats.org/drawingml/2006/main">
            <a:pPr algn="ctr">
              <a:defRPr sz="1575">
                <a:solidFill>
                  <a:srgbClr val="FFFFFF"/>
                </a:solidFill>
                <a:latin typeface="Ubuntu Condensed"/>
                <a:ea typeface="Ubuntu Condensed"/>
                <a:cs typeface="Ubuntu Condensed"/>
              </a:defRPr>
            </a:pPr>
            <a:r>
              <a:rPr sz="1575">
                <a:solidFill>
                  <a:srgbClr val="FFFFFF"/>
                </a:solidFill>
                <a:latin typeface="Ubuntu Condensed"/>
                <a:ea typeface="Ubuntu Condensed"/>
                <a:cs typeface="Ubuntu Condensed"/>
              </a:rPr>
              <a:t>AVG(GDP)</a:t>
            </a:r>
          </a:p>
        </p:txBody>
      </p:sp>
      <p:sp>
        <p:nvSpPr>
          <p:cNvPr id="38" name="">
            <a:extLst xmlns:a="http://schemas.openxmlformats.org/drawingml/2006/main">
              <a:ext uri="{FF2B5EF4-FFF2-40B4-BE49-F238E27FC236}">
                <a16:creationId xmlns:a16="http://schemas.microsoft.com/office/drawing/2014/main" id="{87CC5A38-A30B-42BA-8057-A5AA84F8953C}"/>
              </a:ext>
            </a:extLst>
          </p:cNvPr>
          <p:cNvSpPr>
            <a:spLocks xmlns:a="http://schemas.openxmlformats.org/drawingml/2006/main" noGrp="1"/>
          </p:cNvSpPr>
          <p:nvPr/>
        </p:nvSpPr>
        <p:spPr>
          <a:xfrm xmlns:a="http://schemas.openxmlformats.org/drawingml/2006/main">
            <a:off x="8229600" y="33337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a:solidFill>
                  <a:srgbClr val="81796F"/>
                </a:solidFill>
                <a:latin typeface="Ubuntu Condensed"/>
                <a:ea typeface="Ubuntu Condensed"/>
                <a:cs typeface="Ubuntu Condensed"/>
              </a:defRPr>
            </a:defPPr>
          </a:lstStyle>
          <a:p xmlns:a="http://schemas.openxmlformats.org/drawingml/2006/main">
            <a:pPr>
              <a:defRPr sz="1575">
                <a:solidFill>
                  <a:srgbClr val="81796F"/>
                </a:solidFill>
                <a:latin typeface="Ubuntu Condensed"/>
                <a:ea typeface="Ubuntu Condensed"/>
                <a:cs typeface="Ubuntu Condensed"/>
              </a:defRPr>
            </a:pPr>
            <a:r>
              <a:rPr sz="1575">
                <a:solidFill>
                  <a:srgbClr val="81796F"/>
                </a:solidFill>
                <a:latin typeface="Ubuntu Condensed"/>
                <a:ea typeface="Ubuntu Condensed"/>
                <a:cs typeface="Ubuntu Condensed"/>
              </a:rPr>
              <a:t>Filters</a:t>
            </a:r>
          </a:p>
        </p:txBody>
      </p:sp>
      <p:sp>
        <p:nvSpPr>
          <p:cNvPr id="39" name="">
            <a:extLst xmlns:a="http://schemas.openxmlformats.org/drawingml/2006/main">
              <a:ext uri="{FF2B5EF4-FFF2-40B4-BE49-F238E27FC236}">
                <a16:creationId xmlns:a16="http://schemas.microsoft.com/office/drawing/2014/main" id="{6542C334-E1B3-40A9-A5B6-10906306028C}"/>
              </a:ext>
            </a:extLst>
          </p:cNvPr>
          <p:cNvSpPr>
            <a:spLocks xmlns:a="http://schemas.openxmlformats.org/drawingml/2006/main" noGrp="1"/>
          </p:cNvSpPr>
          <p:nvPr/>
        </p:nvSpPr>
        <p:spPr>
          <a:xfrm xmlns:a="http://schemas.openxmlformats.org/drawingml/2006/main">
            <a:off x="9191625" y="3295650"/>
            <a:ext cx="2400300" cy="333375"/>
          </a:xfrm>
          <a:prstGeom xmlns:a="http://schemas.openxmlformats.org/drawingml/2006/main" prst="rect">
            <a:avLst/>
          </a:prstGeom>
          <a:solidFill xmlns:a="http://schemas.openxmlformats.org/drawingml/2006/main">
            <a:srgbClr val="457985"/>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2636F55C-8E5C-45FB-A9B6-AB1371A49C89}"/>
              </a:ext>
            </a:extLst>
          </p:cNvPr>
          <p:cNvSpPr>
            <a:spLocks xmlns:a="http://schemas.openxmlformats.org/drawingml/2006/main" noGrp="1"/>
          </p:cNvSpPr>
          <p:nvPr/>
        </p:nvSpPr>
        <p:spPr>
          <a:xfrm xmlns:a="http://schemas.openxmlformats.org/drawingml/2006/main">
            <a:off x="9277350" y="3333750"/>
            <a:ext cx="2228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75">
                <a:solidFill>
                  <a:srgbClr val="FFFFFF"/>
                </a:solidFill>
                <a:latin typeface="Ubuntu Condensed"/>
                <a:ea typeface="Ubuntu Condensed"/>
                <a:cs typeface="Ubuntu Condensed"/>
              </a:defRPr>
            </a:defPPr>
          </a:lstStyle>
          <a:p xmlns:a="http://schemas.openxmlformats.org/drawingml/2006/main">
            <a:pPr algn="ctr">
              <a:defRPr sz="1575">
                <a:solidFill>
                  <a:srgbClr val="FFFFFF"/>
                </a:solidFill>
                <a:latin typeface="Ubuntu Condensed"/>
                <a:ea typeface="Ubuntu Condensed"/>
                <a:cs typeface="Ubuntu Condensed"/>
              </a:defRPr>
            </a:pPr>
            <a:r>
              <a:rPr sz="1575">
                <a:solidFill>
                  <a:srgbClr val="FFFFFF"/>
                </a:solidFill>
                <a:latin typeface="Ubuntu Condensed"/>
                <a:ea typeface="Ubuntu Condensed"/>
                <a:cs typeface="Ubuntu Condensed"/>
              </a:rPr>
              <a:t>Year: 1960–2020</a:t>
            </a:r>
          </a:p>
        </p:txBody>
      </p:sp>
      <p:sp>
        <p:nvSpPr>
          <p:cNvPr id="41" name="">
            <a:extLst xmlns:a="http://schemas.openxmlformats.org/drawingml/2006/main">
              <a:ext uri="{FF2B5EF4-FFF2-40B4-BE49-F238E27FC236}">
                <a16:creationId xmlns:a16="http://schemas.microsoft.com/office/drawing/2014/main" id="{FFDBBA42-370C-4DF8-A38B-2118E67AF77E}"/>
              </a:ext>
            </a:extLst>
          </p:cNvPr>
          <p:cNvSpPr>
            <a:spLocks xmlns:a="http://schemas.openxmlformats.org/drawingml/2006/main" noGrp="1"/>
          </p:cNvSpPr>
          <p:nvPr/>
        </p:nvSpPr>
        <p:spPr>
          <a:xfrm xmlns:a="http://schemas.openxmlformats.org/drawingml/2006/main">
            <a:off x="8229600" y="396240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a:solidFill>
                  <a:srgbClr val="81796F"/>
                </a:solidFill>
                <a:latin typeface="Ubuntu Condensed"/>
                <a:ea typeface="Ubuntu Condensed"/>
                <a:cs typeface="Ubuntu Condensed"/>
              </a:defRPr>
            </a:defPPr>
          </a:lstStyle>
          <a:p xmlns:a="http://schemas.openxmlformats.org/drawingml/2006/main">
            <a:pPr>
              <a:defRPr sz="1725">
                <a:solidFill>
                  <a:srgbClr val="81796F"/>
                </a:solidFill>
                <a:latin typeface="Ubuntu Condensed"/>
                <a:ea typeface="Ubuntu Condensed"/>
                <a:cs typeface="Ubuntu Condensed"/>
              </a:defRPr>
            </a:pPr>
            <a:r>
              <a:rPr sz="1725">
                <a:solidFill>
                  <a:srgbClr val="81796F"/>
                </a:solidFill>
                <a:latin typeface="Ubuntu Condensed"/>
                <a:ea typeface="Ubuntu Condensed"/>
                <a:cs typeface="Ubuntu Condensed"/>
              </a:rPr>
              <a:t>Marks</a:t>
            </a:r>
          </a:p>
        </p:txBody>
      </p:sp>
      <p:sp>
        <p:nvSpPr>
          <p:cNvPr id="42" name="">
            <a:extLst xmlns:a="http://schemas.openxmlformats.org/drawingml/2006/main">
              <a:ext uri="{FF2B5EF4-FFF2-40B4-BE49-F238E27FC236}">
                <a16:creationId xmlns:a16="http://schemas.microsoft.com/office/drawing/2014/main" id="{714745C9-EF79-4E4D-8F55-CF73486B5141}"/>
              </a:ext>
            </a:extLst>
          </p:cNvPr>
          <p:cNvSpPr>
            <a:spLocks xmlns:a="http://schemas.openxmlformats.org/drawingml/2006/main" noGrp="1"/>
          </p:cNvSpPr>
          <p:nvPr/>
        </p:nvSpPr>
        <p:spPr>
          <a:xfrm xmlns:a="http://schemas.openxmlformats.org/drawingml/2006/main">
            <a:off x="9191625" y="3914775"/>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a:solidFill>
                  <a:srgbClr val="38332E"/>
                </a:solidFill>
                <a:latin typeface="Ubuntu Condensed"/>
                <a:ea typeface="Ubuntu Condensed"/>
                <a:cs typeface="Ubuntu Condensed"/>
              </a:defRPr>
            </a:defPPr>
          </a:lstStyle>
          <a:p xmlns:a="http://schemas.openxmlformats.org/drawingml/2006/main">
            <a:pPr>
              <a:defRPr sz="2100">
                <a:solidFill>
                  <a:srgbClr val="38332E"/>
                </a:solidFill>
                <a:latin typeface="Ubuntu Condensed"/>
                <a:ea typeface="Ubuntu Condensed"/>
                <a:cs typeface="Ubuntu Condensed"/>
              </a:defRPr>
            </a:pPr>
            <a:r>
              <a:rPr sz="2100">
                <a:solidFill>
                  <a:srgbClr val="38332E"/>
                </a:solidFill>
                <a:latin typeface="Ubuntu Condensed"/>
                <a:ea typeface="Ubuntu Condensed"/>
                <a:cs typeface="Ubuntu Condensed"/>
              </a:rPr>
              <a:t>Line</a:t>
            </a:r>
          </a:p>
        </p:txBody>
      </p:sp>
      <p:sp>
        <p:nvSpPr>
          <p:cNvPr id="43" name="">
            <a:extLst xmlns:a="http://schemas.openxmlformats.org/drawingml/2006/main">
              <a:ext uri="{FF2B5EF4-FFF2-40B4-BE49-F238E27FC236}">
                <a16:creationId xmlns:a16="http://schemas.microsoft.com/office/drawing/2014/main" id="{E08E25EA-801C-4346-AFF0-1596A03BF300}"/>
              </a:ext>
            </a:extLst>
          </p:cNvPr>
          <p:cNvSpPr>
            <a:spLocks xmlns:a="http://schemas.openxmlformats.org/drawingml/2006/main" noGrp="1"/>
          </p:cNvSpPr>
          <p:nvPr/>
        </p:nvSpPr>
        <p:spPr>
          <a:xfrm xmlns:a="http://schemas.openxmlformats.org/drawingml/2006/main">
            <a:off x="8229600" y="444817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a:solidFill>
                  <a:srgbClr val="38332E"/>
                </a:solidFill>
                <a:latin typeface="Ubuntu Condensed"/>
                <a:ea typeface="Ubuntu Condensed"/>
                <a:cs typeface="Ubuntu Condensed"/>
              </a:defRPr>
            </a:defPPr>
          </a:lstStyle>
          <a:p xmlns:a="http://schemas.openxmlformats.org/drawingml/2006/main">
            <a:pPr>
              <a:defRPr sz="1950">
                <a:solidFill>
                  <a:srgbClr val="38332E"/>
                </a:solidFill>
                <a:latin typeface="Ubuntu Condensed"/>
                <a:ea typeface="Ubuntu Condensed"/>
                <a:cs typeface="Ubuntu Condensed"/>
              </a:defRPr>
            </a:pPr>
            <a:r>
              <a:rPr sz="1950">
                <a:solidFill>
                  <a:srgbClr val="38332E"/>
                </a:solidFill>
                <a:latin typeface="Ubuntu Condensed"/>
                <a:ea typeface="Ubuntu Condensed"/>
                <a:cs typeface="Ubuntu Condensed"/>
              </a:rPr>
              <a:t>Country on Color</a:t>
            </a:r>
          </a:p>
        </p:txBody>
      </p:sp>
      <p:sp>
        <p:nvSpPr>
          <p:cNvPr id="44" name="">
            <a:extLst xmlns:a="http://schemas.openxmlformats.org/drawingml/2006/main">
              <a:ext uri="{FF2B5EF4-FFF2-40B4-BE49-F238E27FC236}">
                <a16:creationId xmlns:a16="http://schemas.microsoft.com/office/drawing/2014/main" id="{7016282C-336B-4D33-82A5-139E07037573}"/>
              </a:ext>
            </a:extLst>
          </p:cNvPr>
          <p:cNvSpPr>
            <a:spLocks xmlns:a="http://schemas.openxmlformats.org/drawingml/2006/main" noGrp="1"/>
          </p:cNvSpPr>
          <p:nvPr/>
        </p:nvSpPr>
        <p:spPr>
          <a:xfrm xmlns:a="http://schemas.openxmlformats.org/drawingml/2006/main">
            <a:off x="8229600" y="5391150"/>
            <a:ext cx="342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a:solidFill>
                  <a:srgbClr val="81796F"/>
                </a:solidFill>
                <a:latin typeface="Ubuntu Condensed"/>
                <a:ea typeface="Ubuntu Condensed"/>
                <a:cs typeface="Ubuntu Condensed"/>
              </a:defRPr>
            </a:defPPr>
          </a:lstStyle>
          <a:p xmlns:a="http://schemas.openxmlformats.org/drawingml/2006/main">
            <a:pPr>
              <a:defRPr sz="1725">
                <a:solidFill>
                  <a:srgbClr val="81796F"/>
                </a:solidFill>
                <a:latin typeface="Ubuntu Condensed"/>
                <a:ea typeface="Ubuntu Condensed"/>
                <a:cs typeface="Ubuntu Condensed"/>
              </a:defRPr>
            </a:pPr>
            <a:r>
              <a:rPr sz="1725">
                <a:solidFill>
                  <a:srgbClr val="81796F"/>
                </a:solidFill>
                <a:latin typeface="Ubuntu Condensed"/>
                <a:ea typeface="Ubuntu Condensed"/>
                <a:cs typeface="Ubuntu Condensed"/>
              </a:rPr>
              <a:t>Duplicate Life History.</a:t>
            </a:r>
          </a:p>
          <a:p xmlns:a="http://schemas.openxmlformats.org/drawingml/2006/main">
            <a:pPr>
              <a:defRPr sz="1725">
                <a:solidFill>
                  <a:srgbClr val="81796F"/>
                </a:solidFill>
                <a:latin typeface="Ubuntu Condensed"/>
                <a:ea typeface="Ubuntu Condensed"/>
                <a:cs typeface="Ubuntu Condensed"/>
              </a:defRPr>
            </a:pPr>
            <a:r>
              <a:rPr sz="1725">
                <a:solidFill>
                  <a:srgbClr val="81796F"/>
                </a:solidFill>
                <a:latin typeface="Ubuntu Condensed"/>
                <a:ea typeface="Ubuntu Condensed"/>
                <a:cs typeface="Ubuntu Condensed"/>
              </a:rPr>
              <a:t>Replace the measure on Rows.</a:t>
            </a:r>
          </a:p>
        </p:txBody>
      </p:sp>
      <p:sp>
        <p:nvSpPr>
          <p:cNvPr id="45" name="">
            <a:extLst xmlns:a="http://schemas.openxmlformats.org/drawingml/2006/main">
              <a:ext uri="{FF2B5EF4-FFF2-40B4-BE49-F238E27FC236}">
                <a16:creationId xmlns:a16="http://schemas.microsoft.com/office/drawing/2014/main" id="{09AC07DF-A687-41EC-9D4A-379F22565FEE}"/>
              </a:ext>
            </a:extLst>
          </p:cNvPr>
          <p:cNvSpPr>
            <a:spLocks xmlns:a="http://schemas.openxmlformats.org/drawingml/2006/main" noGrp="1"/>
          </p:cNvSpPr>
          <p:nvPr/>
        </p:nvSpPr>
        <p:spPr>
          <a:xfrm xmlns:a="http://schemas.openxmlformats.org/drawingml/2006/main">
            <a:off x="457200" y="6381750"/>
            <a:ext cx="1123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B23C50"/>
                </a:solidFill>
                <a:latin typeface="Ubuntu Condensed"/>
                <a:ea typeface="Ubuntu Condensed"/>
                <a:cs typeface="Ubuntu Condensed"/>
              </a:defRPr>
            </a:defPPr>
          </a:lstStyle>
          <a:p xmlns:a="http://schemas.openxmlformats.org/drawingml/2006/main">
            <a:pPr>
              <a:defRPr sz="1875">
                <a:solidFill>
                  <a:srgbClr val="B23C50"/>
                </a:solidFill>
                <a:latin typeface="Ubuntu Condensed"/>
                <a:ea typeface="Ubuntu Condensed"/>
                <a:cs typeface="Ubuntu Condensed"/>
              </a:defRPr>
            </a:pPr>
            <a:r>
              <a:rPr sz="1875">
                <a:solidFill>
                  <a:srgbClr val="B23C50"/>
                </a:solidFill>
                <a:latin typeface="Ubuntu Condensed"/>
                <a:ea typeface="Ubuntu Condensed"/>
                <a:cs typeface="Ubuntu Condensed"/>
              </a:rPr>
              <a:t>Measure pill menu: Measure &gt; Average. Leave Pages empty for this dashboard.</a:t>
            </a:r>
          </a:p>
        </p:txBody>
      </p:sp>
    </p:spTree>
    <p:extLst>
      <p:ext uri="{BB962C8B-B14F-4D97-AF65-F5344CB8AC3E}">
        <p14:creationId xmlns:p14="http://schemas.microsoft.com/office/powerpoint/2010/main" val="14765801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D024117-2A93-4F45-B72B-E05613133DC2}"/>
              </a:ext>
            </a:extLst>
          </p:cNvPr>
          <p:cNvSpPr>
            <a:spLocks xmlns:a="http://schemas.openxmlformats.org/drawingml/2006/main" noGrp="1"/>
          </p:cNvSpPr>
          <p:nvPr/>
        </p:nvSpPr>
        <p:spPr>
          <a:xfrm xmlns:a="http://schemas.openxmlformats.org/drawingml/2006/main">
            <a:off x="419100" y="266700"/>
            <a:ext cx="11353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a:solidFill>
                  <a:srgbClr val="38332E"/>
                </a:solidFill>
                <a:latin typeface="Ubuntu Condensed"/>
                <a:ea typeface="Ubuntu Condensed"/>
                <a:cs typeface="Ubuntu Condensed"/>
              </a:defRPr>
            </a:defPPr>
          </a:lstStyle>
          <a:p xmlns:a="http://schemas.openxmlformats.org/drawingml/2006/main">
            <a:pPr>
              <a:defRPr sz="3450">
                <a:solidFill>
                  <a:srgbClr val="38332E"/>
                </a:solidFill>
                <a:latin typeface="Ubuntu Condensed"/>
                <a:ea typeface="Ubuntu Condensed"/>
                <a:cs typeface="Ubuntu Condensed"/>
              </a:defRPr>
            </a:pPr>
            <a:r>
              <a:rPr sz="3450">
                <a:solidFill>
                  <a:srgbClr val="38332E"/>
                </a:solidFill>
                <a:latin typeface="Ubuntu Condensed"/>
                <a:ea typeface="Ubuntu Condensed"/>
                <a:cs typeface="Ubuntu Condensed"/>
              </a:rPr>
              <a:t>The dashboard layout</a:t>
            </a:r>
          </a:p>
        </p:txBody>
      </p:sp>
      <p:sp>
        <p:nvSpPr>
          <p:cNvPr id="2" name="">
            <a:extLst xmlns:a="http://schemas.openxmlformats.org/drawingml/2006/main">
              <a:ext uri="{FF2B5EF4-FFF2-40B4-BE49-F238E27FC236}">
                <a16:creationId xmlns:a16="http://schemas.microsoft.com/office/drawing/2014/main" id="{440035F4-5C64-4A9F-B0AA-7680194CE23B}"/>
              </a:ext>
            </a:extLst>
          </p:cNvPr>
          <p:cNvSpPr>
            <a:spLocks xmlns:a="http://schemas.openxmlformats.org/drawingml/2006/main" noGrp="1"/>
          </p:cNvSpPr>
          <p:nvPr/>
        </p:nvSpPr>
        <p:spPr>
          <a:xfrm xmlns:a="http://schemas.openxmlformats.org/drawingml/2006/main">
            <a:off x="438150" y="990600"/>
            <a:ext cx="1133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81796F"/>
                </a:solidFill>
                <a:latin typeface="Ubuntu Condensed"/>
                <a:ea typeface="Ubuntu Condensed"/>
                <a:cs typeface="Ubuntu Condensed"/>
              </a:defRPr>
            </a:defPPr>
          </a:lstStyle>
          <a:p xmlns:a="http://schemas.openxmlformats.org/drawingml/2006/main">
            <a:pPr>
              <a:defRPr sz="1875">
                <a:solidFill>
                  <a:srgbClr val="81796F"/>
                </a:solidFill>
                <a:latin typeface="Ubuntu Condensed"/>
                <a:ea typeface="Ubuntu Condensed"/>
                <a:cs typeface="Ubuntu Condensed"/>
              </a:defRPr>
            </a:pPr>
            <a:r>
              <a:rPr sz="1875">
                <a:solidFill>
                  <a:srgbClr val="81796F"/>
                </a:solidFill>
                <a:latin typeface="Ubuntu Condensed"/>
                <a:ea typeface="Ubuntu Condensed"/>
                <a:cs typeface="Ubuntu Condensed"/>
              </a:rPr>
              <a:t>A large overview and a smaller history column</a:t>
            </a:r>
          </a:p>
        </p:txBody>
      </p:sp>
      <p:sp>
        <p:nvSpPr>
          <p:cNvPr id="3" name="">
            <a:extLst xmlns:a="http://schemas.openxmlformats.org/drawingml/2006/main">
              <a:ext uri="{FF2B5EF4-FFF2-40B4-BE49-F238E27FC236}">
                <a16:creationId xmlns:a16="http://schemas.microsoft.com/office/drawing/2014/main" id="{CB50257A-A159-41E9-9894-7DB8185E514E}"/>
              </a:ext>
            </a:extLst>
          </p:cNvPr>
          <p:cNvSpPr>
            <a:spLocks xmlns:a="http://schemas.openxmlformats.org/drawingml/2006/main" noGrp="1"/>
          </p:cNvSpPr>
          <p:nvPr/>
        </p:nvSpPr>
        <p:spPr>
          <a:xfrm xmlns:a="http://schemas.openxmlformats.org/drawingml/2006/main">
            <a:off x="457200" y="168592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a:solidFill>
                  <a:srgbClr val="81796F"/>
                </a:solidFill>
                <a:latin typeface="Ubuntu Condensed"/>
                <a:ea typeface="Ubuntu Condensed"/>
                <a:cs typeface="Ubuntu Condensed"/>
              </a:defRPr>
            </a:defPPr>
          </a:lstStyle>
          <a:p xmlns:a="http://schemas.openxmlformats.org/drawingml/2006/main">
            <a:pPr>
              <a:defRPr sz="2025">
                <a:solidFill>
                  <a:srgbClr val="81796F"/>
                </a:solidFill>
                <a:latin typeface="Ubuntu Condensed"/>
                <a:ea typeface="Ubuntu Condensed"/>
                <a:cs typeface="Ubuntu Condensed"/>
              </a:defRPr>
            </a:pPr>
            <a:r>
              <a:rPr sz="2025">
                <a:solidFill>
                  <a:srgbClr val="81796F"/>
                </a:solidFill>
                <a:latin typeface="Ubuntu Condensed"/>
                <a:ea typeface="Ubuntu Condensed"/>
                <a:cs typeface="Ubuntu Condensed"/>
              </a:rPr>
              <a:t>1200 × 800</a:t>
            </a:r>
          </a:p>
        </p:txBody>
      </p:sp>
      <p:sp>
        <p:nvSpPr>
          <p:cNvPr id="4" name="">
            <a:extLst xmlns:a="http://schemas.openxmlformats.org/drawingml/2006/main">
              <a:ext uri="{FF2B5EF4-FFF2-40B4-BE49-F238E27FC236}">
                <a16:creationId xmlns:a16="http://schemas.microsoft.com/office/drawing/2014/main" id="{35CFF698-B3B1-4E38-9DEF-9208613563A4}"/>
              </a:ext>
            </a:extLst>
          </p:cNvPr>
          <p:cNvSpPr>
            <a:spLocks xmlns:a="http://schemas.openxmlformats.org/drawingml/2006/main" noGrp="1"/>
          </p:cNvSpPr>
          <p:nvPr/>
        </p:nvSpPr>
        <p:spPr>
          <a:xfrm xmlns:a="http://schemas.openxmlformats.org/drawingml/2006/main">
            <a:off x="457200" y="2219325"/>
            <a:ext cx="4000500" cy="3638550"/>
          </a:xfrm>
          <a:prstGeom xmlns:a="http://schemas.openxmlformats.org/drawingml/2006/main" prst="rect">
            <a:avLst/>
          </a:prstGeom>
          <a:solidFill xmlns:a="http://schemas.openxmlformats.org/drawingml/2006/main">
            <a:srgbClr val="F6F2E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6D427C6-E2C0-4E5A-8247-66DDF6659AC3}"/>
              </a:ext>
            </a:extLst>
          </p:cNvPr>
          <p:cNvSpPr>
            <a:spLocks xmlns:a="http://schemas.openxmlformats.org/drawingml/2006/main" noGrp="1"/>
          </p:cNvSpPr>
          <p:nvPr/>
        </p:nvSpPr>
        <p:spPr>
          <a:xfrm xmlns:a="http://schemas.openxmlformats.org/drawingml/2006/main">
            <a:off x="4610100" y="2219325"/>
            <a:ext cx="2057400" cy="1743075"/>
          </a:xfrm>
          <a:prstGeom xmlns:a="http://schemas.openxmlformats.org/drawingml/2006/main" prst="rect">
            <a:avLst/>
          </a:prstGeom>
          <a:solidFill xmlns:a="http://schemas.openxmlformats.org/drawingml/2006/main">
            <a:srgbClr val="F6F2E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52AE3BB-6000-487D-9F57-43D0D73BB2AB}"/>
              </a:ext>
            </a:extLst>
          </p:cNvPr>
          <p:cNvSpPr>
            <a:spLocks xmlns:a="http://schemas.openxmlformats.org/drawingml/2006/main" noGrp="1"/>
          </p:cNvSpPr>
          <p:nvPr/>
        </p:nvSpPr>
        <p:spPr>
          <a:xfrm xmlns:a="http://schemas.openxmlformats.org/drawingml/2006/main">
            <a:off x="4610100" y="4114800"/>
            <a:ext cx="2057400" cy="1743075"/>
          </a:xfrm>
          <a:prstGeom xmlns:a="http://schemas.openxmlformats.org/drawingml/2006/main" prst="rect">
            <a:avLst/>
          </a:prstGeom>
          <a:solidFill xmlns:a="http://schemas.openxmlformats.org/drawingml/2006/main">
            <a:srgbClr val="F6F2E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FBDCF10-14A5-4FDD-9F7B-DCC9E28B6F06}"/>
              </a:ext>
            </a:extLst>
          </p:cNvPr>
          <p:cNvSpPr>
            <a:spLocks xmlns:a="http://schemas.openxmlformats.org/drawingml/2006/main" noGrp="1"/>
          </p:cNvSpPr>
          <p:nvPr/>
        </p:nvSpPr>
        <p:spPr>
          <a:xfrm xmlns:a="http://schemas.openxmlformats.org/drawingml/2006/main">
            <a:off x="733425" y="36195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75">
                <a:solidFill>
                  <a:srgbClr val="38332E"/>
                </a:solidFill>
                <a:latin typeface="Ubuntu Condensed"/>
                <a:ea typeface="Ubuntu Condensed"/>
                <a:cs typeface="Ubuntu Condensed"/>
              </a:defRPr>
            </a:defPPr>
          </a:lstStyle>
          <a:p xmlns:a="http://schemas.openxmlformats.org/drawingml/2006/main">
            <a:pPr>
              <a:defRPr sz="3375">
                <a:solidFill>
                  <a:srgbClr val="38332E"/>
                </a:solidFill>
                <a:latin typeface="Ubuntu Condensed"/>
                <a:ea typeface="Ubuntu Condensed"/>
                <a:cs typeface="Ubuntu Condensed"/>
              </a:defRPr>
            </a:pPr>
            <a:r>
              <a:rPr sz="3375">
                <a:solidFill>
                  <a:srgbClr val="38332E"/>
                </a:solidFill>
                <a:latin typeface="Ubuntu Condensed"/>
                <a:ea typeface="Ubuntu Condensed"/>
                <a:cs typeface="Ubuntu Condensed"/>
              </a:rPr>
              <a:t>World</a:t>
            </a:r>
          </a:p>
        </p:txBody>
      </p:sp>
      <p:sp>
        <p:nvSpPr>
          <p:cNvPr id="8" name="">
            <a:extLst xmlns:a="http://schemas.openxmlformats.org/drawingml/2006/main">
              <a:ext uri="{FF2B5EF4-FFF2-40B4-BE49-F238E27FC236}">
                <a16:creationId xmlns:a16="http://schemas.microsoft.com/office/drawing/2014/main" id="{C59163D8-DEF9-46F9-8E57-E1ED566CC93D}"/>
              </a:ext>
            </a:extLst>
          </p:cNvPr>
          <p:cNvSpPr>
            <a:spLocks xmlns:a="http://schemas.openxmlformats.org/drawingml/2006/main" noGrp="1"/>
          </p:cNvSpPr>
          <p:nvPr/>
        </p:nvSpPr>
        <p:spPr>
          <a:xfrm xmlns:a="http://schemas.openxmlformats.org/drawingml/2006/main">
            <a:off x="4810125" y="2619375"/>
            <a:ext cx="1714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a:solidFill>
                  <a:srgbClr val="38332E"/>
                </a:solidFill>
                <a:latin typeface="Ubuntu Condensed"/>
                <a:ea typeface="Ubuntu Condensed"/>
                <a:cs typeface="Ubuntu Condensed"/>
              </a:defRPr>
            </a:defPPr>
          </a:lstStyle>
          <a:p xmlns:a="http://schemas.openxmlformats.org/drawingml/2006/main">
            <a:pPr>
              <a:defRPr sz="2325">
                <a:solidFill>
                  <a:srgbClr val="38332E"/>
                </a:solidFill>
                <a:latin typeface="Ubuntu Condensed"/>
                <a:ea typeface="Ubuntu Condensed"/>
                <a:cs typeface="Ubuntu Condensed"/>
              </a:defRPr>
            </a:pPr>
            <a:r>
              <a:rPr sz="2325">
                <a:solidFill>
                  <a:srgbClr val="38332E"/>
                </a:solidFill>
                <a:latin typeface="Ubuntu Condensed"/>
                <a:ea typeface="Ubuntu Condensed"/>
                <a:cs typeface="Ubuntu Condensed"/>
              </a:rPr>
              <a:t>Life</a:t>
            </a:r>
          </a:p>
          <a:p xmlns:a="http://schemas.openxmlformats.org/drawingml/2006/main">
            <a:pPr>
              <a:defRPr sz="2325">
                <a:solidFill>
                  <a:srgbClr val="38332E"/>
                </a:solidFill>
                <a:latin typeface="Ubuntu Condensed"/>
                <a:ea typeface="Ubuntu Condensed"/>
                <a:cs typeface="Ubuntu Condensed"/>
              </a:defRPr>
            </a:pPr>
            <a:r>
              <a:rPr sz="2325">
                <a:solidFill>
                  <a:srgbClr val="38332E"/>
                </a:solidFill>
                <a:latin typeface="Ubuntu Condensed"/>
                <a:ea typeface="Ubuntu Condensed"/>
                <a:cs typeface="Ubuntu Condensed"/>
              </a:rPr>
              <a:t>History</a:t>
            </a:r>
          </a:p>
        </p:txBody>
      </p:sp>
      <p:sp>
        <p:nvSpPr>
          <p:cNvPr id="9" name="">
            <a:extLst xmlns:a="http://schemas.openxmlformats.org/drawingml/2006/main">
              <a:ext uri="{FF2B5EF4-FFF2-40B4-BE49-F238E27FC236}">
                <a16:creationId xmlns:a16="http://schemas.microsoft.com/office/drawing/2014/main" id="{4B8A53D6-A969-4B10-B16F-E18B63903988}"/>
              </a:ext>
            </a:extLst>
          </p:cNvPr>
          <p:cNvSpPr>
            <a:spLocks xmlns:a="http://schemas.openxmlformats.org/drawingml/2006/main" noGrp="1"/>
          </p:cNvSpPr>
          <p:nvPr/>
        </p:nvSpPr>
        <p:spPr>
          <a:xfrm xmlns:a="http://schemas.openxmlformats.org/drawingml/2006/main">
            <a:off x="4810125" y="4524375"/>
            <a:ext cx="1714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a:solidFill>
                  <a:srgbClr val="38332E"/>
                </a:solidFill>
                <a:latin typeface="Ubuntu Condensed"/>
                <a:ea typeface="Ubuntu Condensed"/>
                <a:cs typeface="Ubuntu Condensed"/>
              </a:defRPr>
            </a:defPPr>
          </a:lstStyle>
          <a:p xmlns:a="http://schemas.openxmlformats.org/drawingml/2006/main">
            <a:pPr>
              <a:defRPr sz="2325">
                <a:solidFill>
                  <a:srgbClr val="38332E"/>
                </a:solidFill>
                <a:latin typeface="Ubuntu Condensed"/>
                <a:ea typeface="Ubuntu Condensed"/>
                <a:cs typeface="Ubuntu Condensed"/>
              </a:defRPr>
            </a:pPr>
            <a:r>
              <a:rPr sz="2325">
                <a:solidFill>
                  <a:srgbClr val="38332E"/>
                </a:solidFill>
                <a:latin typeface="Ubuntu Condensed"/>
                <a:ea typeface="Ubuntu Condensed"/>
                <a:cs typeface="Ubuntu Condensed"/>
              </a:rPr>
              <a:t>GDP</a:t>
            </a:r>
          </a:p>
          <a:p xmlns:a="http://schemas.openxmlformats.org/drawingml/2006/main">
            <a:pPr>
              <a:defRPr sz="2325">
                <a:solidFill>
                  <a:srgbClr val="38332E"/>
                </a:solidFill>
                <a:latin typeface="Ubuntu Condensed"/>
                <a:ea typeface="Ubuntu Condensed"/>
                <a:cs typeface="Ubuntu Condensed"/>
              </a:defRPr>
            </a:pPr>
            <a:r>
              <a:rPr sz="2325">
                <a:solidFill>
                  <a:srgbClr val="38332E"/>
                </a:solidFill>
                <a:latin typeface="Ubuntu Condensed"/>
                <a:ea typeface="Ubuntu Condensed"/>
                <a:cs typeface="Ubuntu Condensed"/>
              </a:rPr>
              <a:t>History</a:t>
            </a:r>
          </a:p>
        </p:txBody>
      </p:sp>
      <p:sp>
        <p:nvSpPr>
          <p:cNvPr id="10" name="">
            <a:extLst xmlns:a="http://schemas.openxmlformats.org/drawingml/2006/main">
              <a:ext uri="{FF2B5EF4-FFF2-40B4-BE49-F238E27FC236}">
                <a16:creationId xmlns:a16="http://schemas.microsoft.com/office/drawing/2014/main" id="{8318B8F3-E2D4-4667-8314-433B3FA545E3}"/>
              </a:ext>
            </a:extLst>
          </p:cNvPr>
          <p:cNvSpPr>
            <a:spLocks xmlns:a="http://schemas.openxmlformats.org/drawingml/2006/main" noGrp="1"/>
          </p:cNvSpPr>
          <p:nvPr/>
        </p:nvSpPr>
        <p:spPr>
          <a:xfrm xmlns:a="http://schemas.openxmlformats.org/drawingml/2006/main">
            <a:off x="457200" y="6067425"/>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a:solidFill>
                  <a:srgbClr val="81796F"/>
                </a:solidFill>
                <a:latin typeface="Ubuntu Condensed"/>
                <a:ea typeface="Ubuntu Condensed"/>
                <a:cs typeface="Ubuntu Condensed"/>
              </a:defRPr>
            </a:defPPr>
          </a:lstStyle>
          <a:p xmlns:a="http://schemas.openxmlformats.org/drawingml/2006/main">
            <a:pPr>
              <a:defRPr sz="1725">
                <a:solidFill>
                  <a:srgbClr val="81796F"/>
                </a:solidFill>
                <a:latin typeface="Ubuntu Condensed"/>
                <a:ea typeface="Ubuntu Condensed"/>
                <a:cs typeface="Ubuntu Condensed"/>
              </a:defRPr>
            </a:pPr>
            <a:r>
              <a:rPr sz="1725">
                <a:solidFill>
                  <a:srgbClr val="81796F"/>
                </a:solidFill>
                <a:latin typeface="Ubuntu Condensed"/>
                <a:ea typeface="Ubuntu Condensed"/>
                <a:cs typeface="Ubuntu Condensed"/>
              </a:rPr>
              <a:t>Tiled: horizontal container, with a vertical container on the right</a:t>
            </a:r>
          </a:p>
        </p:txBody>
      </p:sp>
      <p:sp>
        <p:nvSpPr>
          <p:cNvPr id="11" name="">
            <a:extLst xmlns:a="http://schemas.openxmlformats.org/drawingml/2006/main">
              <a:ext uri="{FF2B5EF4-FFF2-40B4-BE49-F238E27FC236}">
                <a16:creationId xmlns:a16="http://schemas.microsoft.com/office/drawing/2014/main" id="{386463BB-5FF3-45FD-B08B-A68D77406421}"/>
              </a:ext>
            </a:extLst>
          </p:cNvPr>
          <p:cNvSpPr>
            <a:spLocks xmlns:a="http://schemas.openxmlformats.org/drawingml/2006/main" noGrp="1"/>
          </p:cNvSpPr>
          <p:nvPr/>
        </p:nvSpPr>
        <p:spPr>
          <a:xfrm xmlns:a="http://schemas.openxmlformats.org/drawingml/2006/main">
            <a:off x="7143750" y="167640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a:solidFill>
                  <a:srgbClr val="B23C50"/>
                </a:solidFill>
                <a:latin typeface="Ubuntu Condensed"/>
                <a:ea typeface="Ubuntu Condensed"/>
                <a:cs typeface="Ubuntu Condensed"/>
              </a:defRPr>
            </a:defPPr>
          </a:lstStyle>
          <a:p xmlns:a="http://schemas.openxmlformats.org/drawingml/2006/main">
            <a:pPr>
              <a:defRPr sz="2325">
                <a:solidFill>
                  <a:srgbClr val="B23C50"/>
                </a:solidFill>
                <a:latin typeface="Ubuntu Condensed"/>
                <a:ea typeface="Ubuntu Condensed"/>
                <a:cs typeface="Ubuntu Condensed"/>
              </a:defRPr>
            </a:pPr>
            <a:r>
              <a:rPr sz="2325">
                <a:solidFill>
                  <a:srgbClr val="B23C50"/>
                </a:solidFill>
                <a:latin typeface="Ubuntu Condensed"/>
                <a:ea typeface="Ubuntu Condensed"/>
                <a:cs typeface="Ubuntu Condensed"/>
              </a:rPr>
              <a:t>1  Dashboard size</a:t>
            </a:r>
          </a:p>
        </p:txBody>
      </p:sp>
      <p:sp>
        <p:nvSpPr>
          <p:cNvPr id="12" name="">
            <a:extLst xmlns:a="http://schemas.openxmlformats.org/drawingml/2006/main">
              <a:ext uri="{FF2B5EF4-FFF2-40B4-BE49-F238E27FC236}">
                <a16:creationId xmlns:a16="http://schemas.microsoft.com/office/drawing/2014/main" id="{BA202225-FE1E-4713-BAF8-7705591F2591}"/>
              </a:ext>
            </a:extLst>
          </p:cNvPr>
          <p:cNvSpPr>
            <a:spLocks xmlns:a="http://schemas.openxmlformats.org/drawingml/2006/main" noGrp="1"/>
          </p:cNvSpPr>
          <p:nvPr/>
        </p:nvSpPr>
        <p:spPr>
          <a:xfrm xmlns:a="http://schemas.openxmlformats.org/drawingml/2006/main">
            <a:off x="7143750" y="2152650"/>
            <a:ext cx="4572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38332E"/>
                </a:solidFill>
                <a:latin typeface="Ubuntu Condensed"/>
                <a:ea typeface="Ubuntu Condensed"/>
                <a:cs typeface="Ubuntu Condensed"/>
              </a:defRPr>
            </a:defPPr>
          </a:lstStyle>
          <a:p xmlns:a="http://schemas.openxmlformats.org/drawingml/2006/main">
            <a:pPr>
              <a:defRPr sz="1875">
                <a:solidFill>
                  <a:srgbClr val="38332E"/>
                </a:solidFill>
                <a:latin typeface="Ubuntu Condensed"/>
                <a:ea typeface="Ubuntu Condensed"/>
                <a:cs typeface="Ubuntu Condensed"/>
              </a:defRPr>
            </a:pPr>
            <a:r>
              <a:rPr sz="1875">
                <a:solidFill>
                  <a:srgbClr val="38332E"/>
                </a:solidFill>
                <a:latin typeface="Ubuntu Condensed"/>
                <a:ea typeface="Ubuntu Condensed"/>
                <a:cs typeface="Ubuntu Condensed"/>
              </a:rPr>
              <a:t>Turn Device Preview off. Select Default.</a:t>
            </a:r>
          </a:p>
          <a:p xmlns:a="http://schemas.openxmlformats.org/drawingml/2006/main">
            <a:pPr>
              <a:defRPr sz="1875">
                <a:solidFill>
                  <a:srgbClr val="38332E"/>
                </a:solidFill>
                <a:latin typeface="Ubuntu Condensed"/>
                <a:ea typeface="Ubuntu Condensed"/>
                <a:cs typeface="Ubuntu Condensed"/>
              </a:defRPr>
            </a:pPr>
            <a:r>
              <a:rPr sz="1875">
                <a:solidFill>
                  <a:srgbClr val="38332E"/>
                </a:solidFill>
                <a:latin typeface="Ubuntu Condensed"/>
                <a:ea typeface="Ubuntu Condensed"/>
                <a:cs typeface="Ubuntu Condensed"/>
              </a:rPr>
              <a:t>Dashboard pane &gt; Size &gt; Fixed size</a:t>
            </a:r>
          </a:p>
          <a:p xmlns:a="http://schemas.openxmlformats.org/drawingml/2006/main">
            <a:pPr>
              <a:defRPr sz="1875">
                <a:solidFill>
                  <a:srgbClr val="38332E"/>
                </a:solidFill>
                <a:latin typeface="Ubuntu Condensed"/>
                <a:ea typeface="Ubuntu Condensed"/>
                <a:cs typeface="Ubuntu Condensed"/>
              </a:defRPr>
            </a:pPr>
            <a:r>
              <a:rPr sz="1875">
                <a:solidFill>
                  <a:srgbClr val="38332E"/>
                </a:solidFill>
                <a:latin typeface="Ubuntu Condensed"/>
                <a:ea typeface="Ubuntu Condensed"/>
                <a:cs typeface="Ubuntu Condensed"/>
              </a:rPr>
              <a:t>Custom: Width 1200, Height 800</a:t>
            </a:r>
          </a:p>
        </p:txBody>
      </p:sp>
      <p:sp>
        <p:nvSpPr>
          <p:cNvPr id="13" name="">
            <a:extLst xmlns:a="http://schemas.openxmlformats.org/drawingml/2006/main">
              <a:ext uri="{FF2B5EF4-FFF2-40B4-BE49-F238E27FC236}">
                <a16:creationId xmlns:a16="http://schemas.microsoft.com/office/drawing/2014/main" id="{A52F0C90-4D14-4587-8E5B-16C547B1D17F}"/>
              </a:ext>
            </a:extLst>
          </p:cNvPr>
          <p:cNvSpPr>
            <a:spLocks xmlns:a="http://schemas.openxmlformats.org/drawingml/2006/main" noGrp="1"/>
          </p:cNvSpPr>
          <p:nvPr/>
        </p:nvSpPr>
        <p:spPr>
          <a:xfrm xmlns:a="http://schemas.openxmlformats.org/drawingml/2006/main">
            <a:off x="7143750" y="3228975"/>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a:solidFill>
                  <a:srgbClr val="81796F"/>
                </a:solidFill>
                <a:latin typeface="Ubuntu Condensed"/>
                <a:ea typeface="Ubuntu Condensed"/>
                <a:cs typeface="Ubuntu Condensed"/>
              </a:defRPr>
            </a:defPPr>
          </a:lstStyle>
          <a:p xmlns:a="http://schemas.openxmlformats.org/drawingml/2006/main">
            <a:pPr>
              <a:defRPr sz="1800">
                <a:solidFill>
                  <a:srgbClr val="81796F"/>
                </a:solidFill>
                <a:latin typeface="Ubuntu Condensed"/>
                <a:ea typeface="Ubuntu Condensed"/>
                <a:cs typeface="Ubuntu Condensed"/>
              </a:defRPr>
            </a:pPr>
            <a:r>
              <a:rPr sz="1800">
                <a:solidFill>
                  <a:srgbClr val="81796F"/>
                </a:solidFill>
                <a:latin typeface="Ubuntu Condensed"/>
                <a:ea typeface="Ubuntu Condensed"/>
                <a:cs typeface="Ubuntu Condensed"/>
              </a:rPr>
              <a:t>Drop sheets in the white canvas.</a:t>
            </a:r>
          </a:p>
          <a:p xmlns:a="http://schemas.openxmlformats.org/drawingml/2006/main">
            <a:pPr>
              <a:defRPr sz="1800">
                <a:solidFill>
                  <a:srgbClr val="81796F"/>
                </a:solidFill>
                <a:latin typeface="Ubuntu Condensed"/>
                <a:ea typeface="Ubuntu Condensed"/>
                <a:cs typeface="Ubuntu Condensed"/>
              </a:defRPr>
            </a:pPr>
            <a:r>
              <a:rPr sz="1800">
                <a:solidFill>
                  <a:srgbClr val="81796F"/>
                </a:solidFill>
                <a:latin typeface="Ubuntu Condensed"/>
                <a:ea typeface="Ubuntu Condensed"/>
                <a:cs typeface="Ubuntu Condensed"/>
              </a:rPr>
              <a:t>Gray space is outside the dashboard.</a:t>
            </a:r>
          </a:p>
        </p:txBody>
      </p:sp>
      <p:sp>
        <p:nvSpPr>
          <p:cNvPr id="14" name="">
            <a:extLst xmlns:a="http://schemas.openxmlformats.org/drawingml/2006/main">
              <a:ext uri="{FF2B5EF4-FFF2-40B4-BE49-F238E27FC236}">
                <a16:creationId xmlns:a16="http://schemas.microsoft.com/office/drawing/2014/main" id="{F8A04E1C-0102-4CEB-BD75-433ADF548AD8}"/>
              </a:ext>
            </a:extLst>
          </p:cNvPr>
          <p:cNvSpPr>
            <a:spLocks xmlns:a="http://schemas.openxmlformats.org/drawingml/2006/main" noGrp="1"/>
          </p:cNvSpPr>
          <p:nvPr/>
        </p:nvSpPr>
        <p:spPr>
          <a:xfrm xmlns:a="http://schemas.openxmlformats.org/drawingml/2006/main">
            <a:off x="7143750" y="411480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a:solidFill>
                  <a:srgbClr val="B23C50"/>
                </a:solidFill>
                <a:latin typeface="Ubuntu Condensed"/>
                <a:ea typeface="Ubuntu Condensed"/>
                <a:cs typeface="Ubuntu Condensed"/>
              </a:defRPr>
            </a:defPPr>
          </a:lstStyle>
          <a:p xmlns:a="http://schemas.openxmlformats.org/drawingml/2006/main">
            <a:pPr>
              <a:defRPr sz="2325">
                <a:solidFill>
                  <a:srgbClr val="B23C50"/>
                </a:solidFill>
                <a:latin typeface="Ubuntu Condensed"/>
                <a:ea typeface="Ubuntu Condensed"/>
                <a:cs typeface="Ubuntu Condensed"/>
              </a:defRPr>
            </a:pPr>
            <a:r>
              <a:rPr sz="2325">
                <a:solidFill>
                  <a:srgbClr val="B23C50"/>
                </a:solidFill>
                <a:latin typeface="Ubuntu Condensed"/>
                <a:ea typeface="Ubuntu Condensed"/>
                <a:cs typeface="Ubuntu Condensed"/>
              </a:rPr>
              <a:t>2  Tiled layout</a:t>
            </a:r>
          </a:p>
        </p:txBody>
      </p:sp>
      <p:sp>
        <p:nvSpPr>
          <p:cNvPr id="15" name="">
            <a:extLst xmlns:a="http://schemas.openxmlformats.org/drawingml/2006/main">
              <a:ext uri="{FF2B5EF4-FFF2-40B4-BE49-F238E27FC236}">
                <a16:creationId xmlns:a16="http://schemas.microsoft.com/office/drawing/2014/main" id="{AEE0BEBE-AE29-4F06-A12E-C3F93C7259D1}"/>
              </a:ext>
            </a:extLst>
          </p:cNvPr>
          <p:cNvSpPr>
            <a:spLocks xmlns:a="http://schemas.openxmlformats.org/drawingml/2006/main" noGrp="1"/>
          </p:cNvSpPr>
          <p:nvPr/>
        </p:nvSpPr>
        <p:spPr>
          <a:xfrm xmlns:a="http://schemas.openxmlformats.org/drawingml/2006/main">
            <a:off x="7143750" y="457200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38332E"/>
                </a:solidFill>
                <a:latin typeface="Ubuntu Condensed"/>
                <a:ea typeface="Ubuntu Condensed"/>
                <a:cs typeface="Ubuntu Condensed"/>
              </a:defRPr>
            </a:defPPr>
          </a:lstStyle>
          <a:p xmlns:a="http://schemas.openxmlformats.org/drawingml/2006/main">
            <a:pPr>
              <a:defRPr sz="1875">
                <a:solidFill>
                  <a:srgbClr val="38332E"/>
                </a:solidFill>
                <a:latin typeface="Ubuntu Condensed"/>
                <a:ea typeface="Ubuntu Condensed"/>
                <a:cs typeface="Ubuntu Condensed"/>
              </a:defRPr>
            </a:pPr>
            <a:r>
              <a:rPr sz="1875">
                <a:solidFill>
                  <a:srgbClr val="38332E"/>
                </a:solidFill>
                <a:latin typeface="Ubuntu Condensed"/>
                <a:ea typeface="Ubuntu Condensed"/>
                <a:cs typeface="Ubuntu Condensed"/>
              </a:rPr>
              <a:t>World on the left.</a:t>
            </a:r>
          </a:p>
          <a:p xmlns:a="http://schemas.openxmlformats.org/drawingml/2006/main">
            <a:pPr>
              <a:defRPr sz="1875">
                <a:solidFill>
                  <a:srgbClr val="38332E"/>
                </a:solidFill>
                <a:latin typeface="Ubuntu Condensed"/>
                <a:ea typeface="Ubuntu Condensed"/>
                <a:cs typeface="Ubuntu Condensed"/>
              </a:defRPr>
            </a:pPr>
            <a:r>
              <a:rPr sz="1875">
                <a:solidFill>
                  <a:srgbClr val="38332E"/>
                </a:solidFill>
                <a:latin typeface="Ubuntu Condensed"/>
                <a:ea typeface="Ubuntu Condensed"/>
                <a:cs typeface="Ubuntu Condensed"/>
              </a:rPr>
              <a:t>Both histories in a vertical container on the right.</a:t>
            </a:r>
          </a:p>
        </p:txBody>
      </p:sp>
      <p:sp>
        <p:nvSpPr>
          <p:cNvPr id="16" name="">
            <a:extLst xmlns:a="http://schemas.openxmlformats.org/drawingml/2006/main">
              <a:ext uri="{FF2B5EF4-FFF2-40B4-BE49-F238E27FC236}">
                <a16:creationId xmlns:a16="http://schemas.microsoft.com/office/drawing/2014/main" id="{C143B7D1-91C8-41F3-BE88-CE3BC512B3A0}"/>
              </a:ext>
            </a:extLst>
          </p:cNvPr>
          <p:cNvSpPr>
            <a:spLocks xmlns:a="http://schemas.openxmlformats.org/drawingml/2006/main" noGrp="1"/>
          </p:cNvSpPr>
          <p:nvPr/>
        </p:nvSpPr>
        <p:spPr>
          <a:xfrm xmlns:a="http://schemas.openxmlformats.org/drawingml/2006/main">
            <a:off x="7143750" y="548640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a:solidFill>
                  <a:srgbClr val="B23C50"/>
                </a:solidFill>
                <a:latin typeface="Ubuntu Condensed"/>
                <a:ea typeface="Ubuntu Condensed"/>
                <a:cs typeface="Ubuntu Condensed"/>
              </a:defRPr>
            </a:defPPr>
          </a:lstStyle>
          <a:p xmlns:a="http://schemas.openxmlformats.org/drawingml/2006/main">
            <a:pPr>
              <a:defRPr sz="2325">
                <a:solidFill>
                  <a:srgbClr val="B23C50"/>
                </a:solidFill>
                <a:latin typeface="Ubuntu Condensed"/>
                <a:ea typeface="Ubuntu Condensed"/>
                <a:cs typeface="Ubuntu Condensed"/>
              </a:defRPr>
            </a:pPr>
            <a:r>
              <a:rPr sz="2325">
                <a:solidFill>
                  <a:srgbClr val="B23C50"/>
                </a:solidFill>
                <a:latin typeface="Ubuntu Condensed"/>
                <a:ea typeface="Ubuntu Condensed"/>
                <a:cs typeface="Ubuntu Condensed"/>
              </a:rPr>
              <a:t>3  Year filter scope</a:t>
            </a:r>
          </a:p>
        </p:txBody>
      </p:sp>
      <p:sp>
        <p:nvSpPr>
          <p:cNvPr id="17" name="">
            <a:extLst xmlns:a="http://schemas.openxmlformats.org/drawingml/2006/main">
              <a:ext uri="{FF2B5EF4-FFF2-40B4-BE49-F238E27FC236}">
                <a16:creationId xmlns:a16="http://schemas.microsoft.com/office/drawing/2014/main" id="{25582069-6D70-43F9-9312-A0A547AFCC15}"/>
              </a:ext>
            </a:extLst>
          </p:cNvPr>
          <p:cNvSpPr>
            <a:spLocks xmlns:a="http://schemas.openxmlformats.org/drawingml/2006/main" noGrp="1"/>
          </p:cNvSpPr>
          <p:nvPr/>
        </p:nvSpPr>
        <p:spPr>
          <a:xfrm xmlns:a="http://schemas.openxmlformats.org/drawingml/2006/main">
            <a:off x="7143750" y="5934075"/>
            <a:ext cx="4572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a:solidFill>
                  <a:srgbClr val="38332E"/>
                </a:solidFill>
                <a:latin typeface="Ubuntu Condensed"/>
                <a:ea typeface="Ubuntu Condensed"/>
                <a:cs typeface="Ubuntu Condensed"/>
              </a:defRPr>
            </a:defPPr>
          </a:lstStyle>
          <a:p xmlns:a="http://schemas.openxmlformats.org/drawingml/2006/main">
            <a:pPr>
              <a:defRPr sz="1725">
                <a:solidFill>
                  <a:srgbClr val="38332E"/>
                </a:solidFill>
                <a:latin typeface="Ubuntu Condensed"/>
                <a:ea typeface="Ubuntu Condensed"/>
                <a:cs typeface="Ubuntu Condensed"/>
              </a:defRPr>
            </a:pPr>
            <a:r>
              <a:rPr sz="1725">
                <a:solidFill>
                  <a:srgbClr val="38332E"/>
                </a:solidFill>
                <a:latin typeface="Ubuntu Condensed"/>
                <a:ea typeface="Ubuntu Condensed"/>
                <a:cs typeface="Ubuntu Condensed"/>
              </a:rPr>
              <a:t>Year filter menu: Apply to Worksheets</a:t>
            </a:r>
          </a:p>
          <a:p xmlns:a="http://schemas.openxmlformats.org/drawingml/2006/main">
            <a:pPr>
              <a:defRPr sz="1725">
                <a:solidFill>
                  <a:srgbClr val="38332E"/>
                </a:solidFill>
                <a:latin typeface="Ubuntu Condensed"/>
                <a:ea typeface="Ubuntu Condensed"/>
                <a:cs typeface="Ubuntu Condensed"/>
              </a:defRPr>
            </a:pPr>
            <a:r>
              <a:rPr sz="1725">
                <a:solidFill>
                  <a:srgbClr val="38332E"/>
                </a:solidFill>
                <a:latin typeface="Ubuntu Condensed"/>
                <a:ea typeface="Ubuntu Condensed"/>
                <a:cs typeface="Ubuntu Condensed"/>
              </a:rPr>
              <a:t>Selected Worksheets: World only</a:t>
            </a:r>
          </a:p>
          <a:p xmlns:a="http://schemas.openxmlformats.org/drawingml/2006/main">
            <a:pPr>
              <a:defRPr sz="1725">
                <a:solidFill>
                  <a:srgbClr val="38332E"/>
                </a:solidFill>
                <a:latin typeface="Ubuntu Condensed"/>
                <a:ea typeface="Ubuntu Condensed"/>
                <a:cs typeface="Ubuntu Condensed"/>
              </a:defRPr>
            </a:pPr>
            <a:r>
              <a:rPr sz="1725">
                <a:solidFill>
                  <a:srgbClr val="38332E"/>
                </a:solidFill>
                <a:latin typeface="Ubuntu Condensed"/>
                <a:ea typeface="Ubuntu Condensed"/>
                <a:cs typeface="Ubuntu Condensed"/>
              </a:rPr>
              <a:t>Histories keep 1960–2020.</a:t>
            </a:r>
          </a:p>
        </p:txBody>
      </p:sp>
    </p:spTree>
    <p:extLst>
      <p:ext uri="{BB962C8B-B14F-4D97-AF65-F5344CB8AC3E}">
        <p14:creationId xmlns:p14="http://schemas.microsoft.com/office/powerpoint/2010/main" val="50365065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5669CD6-8EC0-4263-B783-20F3800E66F5}"/>
              </a:ext>
            </a:extLst>
          </p:cNvPr>
          <p:cNvSpPr>
            <a:spLocks xmlns:a="http://schemas.openxmlformats.org/drawingml/2006/main" noGrp="1"/>
          </p:cNvSpPr>
          <p:nvPr/>
        </p:nvSpPr>
        <p:spPr>
          <a:xfrm xmlns:a="http://schemas.openxmlformats.org/drawingml/2006/main">
            <a:off x="419100" y="266700"/>
            <a:ext cx="11353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a:solidFill>
                  <a:srgbClr val="38332E"/>
                </a:solidFill>
                <a:latin typeface="Ubuntu Condensed"/>
                <a:ea typeface="Ubuntu Condensed"/>
                <a:cs typeface="Ubuntu Condensed"/>
              </a:defRPr>
            </a:defPPr>
          </a:lstStyle>
          <a:p xmlns:a="http://schemas.openxmlformats.org/drawingml/2006/main">
            <a:pPr>
              <a:defRPr sz="3450">
                <a:solidFill>
                  <a:srgbClr val="38332E"/>
                </a:solidFill>
                <a:latin typeface="Ubuntu Condensed"/>
                <a:ea typeface="Ubuntu Condensed"/>
                <a:cs typeface="Ubuntu Condensed"/>
              </a:defRPr>
            </a:pPr>
            <a:r>
              <a:rPr sz="3450">
                <a:solidFill>
                  <a:srgbClr val="38332E"/>
                </a:solidFill>
                <a:latin typeface="Ubuntu Condensed"/>
                <a:ea typeface="Ubuntu Condensed"/>
                <a:cs typeface="Ubuntu Condensed"/>
              </a:rPr>
              <a:t>A country click keeps the whole history</a:t>
            </a:r>
          </a:p>
        </p:txBody>
      </p:sp>
      <p:sp>
        <p:nvSpPr>
          <p:cNvPr id="2" name="">
            <a:extLst xmlns:a="http://schemas.openxmlformats.org/drawingml/2006/main">
              <a:ext uri="{FF2B5EF4-FFF2-40B4-BE49-F238E27FC236}">
                <a16:creationId xmlns:a16="http://schemas.microsoft.com/office/drawing/2014/main" id="{86BF6DD4-55A4-4046-875D-6AAE071429CF}"/>
              </a:ext>
            </a:extLst>
          </p:cNvPr>
          <p:cNvSpPr>
            <a:spLocks xmlns:a="http://schemas.openxmlformats.org/drawingml/2006/main" noGrp="1"/>
          </p:cNvSpPr>
          <p:nvPr/>
        </p:nvSpPr>
        <p:spPr>
          <a:xfrm xmlns:a="http://schemas.openxmlformats.org/drawingml/2006/main">
            <a:off x="438150" y="990600"/>
            <a:ext cx="1133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81796F"/>
                </a:solidFill>
                <a:latin typeface="Ubuntu Condensed"/>
                <a:ea typeface="Ubuntu Condensed"/>
                <a:cs typeface="Ubuntu Condensed"/>
              </a:defRPr>
            </a:defPPr>
          </a:lstStyle>
          <a:p xmlns:a="http://schemas.openxmlformats.org/drawingml/2006/main">
            <a:pPr>
              <a:defRPr sz="1875">
                <a:solidFill>
                  <a:srgbClr val="81796F"/>
                </a:solidFill>
                <a:latin typeface="Ubuntu Condensed"/>
                <a:ea typeface="Ubuntu Condensed"/>
                <a:cs typeface="Ubuntu Condensed"/>
              </a:defRPr>
            </a:pPr>
            <a:r>
              <a:rPr sz="1875">
                <a:solidFill>
                  <a:srgbClr val="81796F"/>
                </a:solidFill>
                <a:latin typeface="Ubuntu Condensed"/>
                <a:ea typeface="Ubuntu Condensed"/>
                <a:cs typeface="Ubuntu Condensed"/>
              </a:rPr>
              <a:t>Dashboard &gt; Actions &gt; Add Action &gt; Filter</a:t>
            </a:r>
          </a:p>
        </p:txBody>
      </p:sp>
      <p:sp>
        <p:nvSpPr>
          <p:cNvPr id="3" name="">
            <a:extLst xmlns:a="http://schemas.openxmlformats.org/drawingml/2006/main">
              <a:ext uri="{FF2B5EF4-FFF2-40B4-BE49-F238E27FC236}">
                <a16:creationId xmlns:a16="http://schemas.microsoft.com/office/drawing/2014/main" id="{09D5F89B-7401-403E-AE94-17F4F756867E}"/>
              </a:ext>
            </a:extLst>
          </p:cNvPr>
          <p:cNvSpPr>
            <a:spLocks xmlns:a="http://schemas.openxmlformats.org/drawingml/2006/main" noGrp="1"/>
          </p:cNvSpPr>
          <p:nvPr/>
        </p:nvSpPr>
        <p:spPr>
          <a:xfrm xmlns:a="http://schemas.openxmlformats.org/drawingml/2006/main">
            <a:off x="457200" y="1752600"/>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a:solidFill>
                  <a:srgbClr val="81796F"/>
                </a:solidFill>
                <a:latin typeface="Ubuntu Condensed"/>
                <a:ea typeface="Ubuntu Condensed"/>
                <a:cs typeface="Ubuntu Condensed"/>
              </a:defRPr>
            </a:defPPr>
          </a:lstStyle>
          <a:p xmlns:a="http://schemas.openxmlformats.org/drawingml/2006/main">
            <a:pPr>
              <a:defRPr sz="1650">
                <a:solidFill>
                  <a:srgbClr val="81796F"/>
                </a:solidFill>
                <a:latin typeface="Ubuntu Condensed"/>
                <a:ea typeface="Ubuntu Condensed"/>
                <a:cs typeface="Ubuntu Condensed"/>
              </a:defRPr>
            </a:pPr>
            <a:r>
              <a:rPr sz="1650">
                <a:solidFill>
                  <a:srgbClr val="81796F"/>
                </a:solidFill>
                <a:latin typeface="Ubuntu Condensed"/>
                <a:ea typeface="Ubuntu Condensed"/>
                <a:cs typeface="Ubuntu Condensed"/>
              </a:rPr>
              <a:t>Source</a:t>
            </a:r>
          </a:p>
        </p:txBody>
      </p:sp>
      <p:sp>
        <p:nvSpPr>
          <p:cNvPr id="4" name="">
            <a:extLst xmlns:a="http://schemas.openxmlformats.org/drawingml/2006/main">
              <a:ext uri="{FF2B5EF4-FFF2-40B4-BE49-F238E27FC236}">
                <a16:creationId xmlns:a16="http://schemas.microsoft.com/office/drawing/2014/main" id="{455BD023-1AD4-4F7C-AC1D-C5B4D796C8E0}"/>
              </a:ext>
            </a:extLst>
          </p:cNvPr>
          <p:cNvSpPr>
            <a:spLocks xmlns:a="http://schemas.openxmlformats.org/drawingml/2006/main" noGrp="1"/>
          </p:cNvSpPr>
          <p:nvPr/>
        </p:nvSpPr>
        <p:spPr>
          <a:xfrm xmlns:a="http://schemas.openxmlformats.org/drawingml/2006/main">
            <a:off x="457200" y="20478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a:solidFill>
                  <a:srgbClr val="38332E"/>
                </a:solidFill>
                <a:latin typeface="Ubuntu Condensed"/>
                <a:ea typeface="Ubuntu Condensed"/>
                <a:cs typeface="Ubuntu Condensed"/>
              </a:defRPr>
            </a:defPPr>
          </a:lstStyle>
          <a:p xmlns:a="http://schemas.openxmlformats.org/drawingml/2006/main">
            <a:pPr>
              <a:defRPr sz="2175">
                <a:solidFill>
                  <a:srgbClr val="38332E"/>
                </a:solidFill>
                <a:latin typeface="Ubuntu Condensed"/>
                <a:ea typeface="Ubuntu Condensed"/>
                <a:cs typeface="Ubuntu Condensed"/>
              </a:defRPr>
            </a:pPr>
            <a:r>
              <a:rPr sz="2175">
                <a:solidFill>
                  <a:srgbClr val="38332E"/>
                </a:solidFill>
                <a:latin typeface="Ubuntu Condensed"/>
                <a:ea typeface="Ubuntu Condensed"/>
                <a:cs typeface="Ubuntu Condensed"/>
              </a:rPr>
              <a:t>World</a:t>
            </a:r>
          </a:p>
        </p:txBody>
      </p:sp>
      <p:sp>
        <p:nvSpPr>
          <p:cNvPr id="5" name="">
            <a:extLst xmlns:a="http://schemas.openxmlformats.org/drawingml/2006/main">
              <a:ext uri="{FF2B5EF4-FFF2-40B4-BE49-F238E27FC236}">
                <a16:creationId xmlns:a16="http://schemas.microsoft.com/office/drawing/2014/main" id="{8B2E7CD3-8095-4A5B-8A22-9ED9B346E27F}"/>
              </a:ext>
            </a:extLst>
          </p:cNvPr>
          <p:cNvSpPr>
            <a:spLocks xmlns:a="http://schemas.openxmlformats.org/drawingml/2006/main" noGrp="1"/>
          </p:cNvSpPr>
          <p:nvPr/>
        </p:nvSpPr>
        <p:spPr>
          <a:xfrm xmlns:a="http://schemas.openxmlformats.org/drawingml/2006/main">
            <a:off x="457200" y="2466975"/>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a:solidFill>
                  <a:srgbClr val="81796F"/>
                </a:solidFill>
                <a:latin typeface="Ubuntu Condensed"/>
                <a:ea typeface="Ubuntu Condensed"/>
                <a:cs typeface="Ubuntu Condensed"/>
              </a:defRPr>
            </a:defPPr>
          </a:lstStyle>
          <a:p xmlns:a="http://schemas.openxmlformats.org/drawingml/2006/main">
            <a:pPr>
              <a:defRPr sz="1650">
                <a:solidFill>
                  <a:srgbClr val="81796F"/>
                </a:solidFill>
                <a:latin typeface="Ubuntu Condensed"/>
                <a:ea typeface="Ubuntu Condensed"/>
                <a:cs typeface="Ubuntu Condensed"/>
              </a:defRPr>
            </a:pPr>
            <a:r>
              <a:rPr sz="1650">
                <a:solidFill>
                  <a:srgbClr val="81796F"/>
                </a:solidFill>
                <a:latin typeface="Ubuntu Condensed"/>
                <a:ea typeface="Ubuntu Condensed"/>
                <a:cs typeface="Ubuntu Condensed"/>
              </a:rPr>
              <a:t>Run on</a:t>
            </a:r>
          </a:p>
        </p:txBody>
      </p:sp>
      <p:sp>
        <p:nvSpPr>
          <p:cNvPr id="6" name="">
            <a:extLst xmlns:a="http://schemas.openxmlformats.org/drawingml/2006/main">
              <a:ext uri="{FF2B5EF4-FFF2-40B4-BE49-F238E27FC236}">
                <a16:creationId xmlns:a16="http://schemas.microsoft.com/office/drawing/2014/main" id="{E1A99B34-FA22-402B-9A45-10A5AA8DA60F}"/>
              </a:ext>
            </a:extLst>
          </p:cNvPr>
          <p:cNvSpPr>
            <a:spLocks xmlns:a="http://schemas.openxmlformats.org/drawingml/2006/main" noGrp="1"/>
          </p:cNvSpPr>
          <p:nvPr/>
        </p:nvSpPr>
        <p:spPr>
          <a:xfrm xmlns:a="http://schemas.openxmlformats.org/drawingml/2006/main">
            <a:off x="457200" y="27622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a:solidFill>
                  <a:srgbClr val="38332E"/>
                </a:solidFill>
                <a:latin typeface="Ubuntu Condensed"/>
                <a:ea typeface="Ubuntu Condensed"/>
                <a:cs typeface="Ubuntu Condensed"/>
              </a:defRPr>
            </a:defPPr>
          </a:lstStyle>
          <a:p xmlns:a="http://schemas.openxmlformats.org/drawingml/2006/main">
            <a:pPr>
              <a:defRPr sz="2175">
                <a:solidFill>
                  <a:srgbClr val="38332E"/>
                </a:solidFill>
                <a:latin typeface="Ubuntu Condensed"/>
                <a:ea typeface="Ubuntu Condensed"/>
                <a:cs typeface="Ubuntu Condensed"/>
              </a:defRPr>
            </a:pPr>
            <a:r>
              <a:rPr sz="2175">
                <a:solidFill>
                  <a:srgbClr val="38332E"/>
                </a:solidFill>
                <a:latin typeface="Ubuntu Condensed"/>
                <a:ea typeface="Ubuntu Condensed"/>
                <a:cs typeface="Ubuntu Condensed"/>
              </a:rPr>
              <a:t>Select</a:t>
            </a:r>
          </a:p>
        </p:txBody>
      </p:sp>
      <p:sp>
        <p:nvSpPr>
          <p:cNvPr id="7" name="">
            <a:extLst xmlns:a="http://schemas.openxmlformats.org/drawingml/2006/main">
              <a:ext uri="{FF2B5EF4-FFF2-40B4-BE49-F238E27FC236}">
                <a16:creationId xmlns:a16="http://schemas.microsoft.com/office/drawing/2014/main" id="{B48B875B-FAA5-41EB-ABB3-B9315A9EA07D}"/>
              </a:ext>
            </a:extLst>
          </p:cNvPr>
          <p:cNvSpPr>
            <a:spLocks xmlns:a="http://schemas.openxmlformats.org/drawingml/2006/main" noGrp="1"/>
          </p:cNvSpPr>
          <p:nvPr/>
        </p:nvSpPr>
        <p:spPr>
          <a:xfrm xmlns:a="http://schemas.openxmlformats.org/drawingml/2006/main">
            <a:off x="457200" y="3181350"/>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a:solidFill>
                  <a:srgbClr val="81796F"/>
                </a:solidFill>
                <a:latin typeface="Ubuntu Condensed"/>
                <a:ea typeface="Ubuntu Condensed"/>
                <a:cs typeface="Ubuntu Condensed"/>
              </a:defRPr>
            </a:defPPr>
          </a:lstStyle>
          <a:p xmlns:a="http://schemas.openxmlformats.org/drawingml/2006/main">
            <a:pPr>
              <a:defRPr sz="1650">
                <a:solidFill>
                  <a:srgbClr val="81796F"/>
                </a:solidFill>
                <a:latin typeface="Ubuntu Condensed"/>
                <a:ea typeface="Ubuntu Condensed"/>
                <a:cs typeface="Ubuntu Condensed"/>
              </a:defRPr>
            </a:pPr>
            <a:r>
              <a:rPr sz="1650">
                <a:solidFill>
                  <a:srgbClr val="81796F"/>
                </a:solidFill>
                <a:latin typeface="Ubuntu Condensed"/>
                <a:ea typeface="Ubuntu Condensed"/>
                <a:cs typeface="Ubuntu Condensed"/>
              </a:rPr>
              <a:t>Targets</a:t>
            </a:r>
          </a:p>
        </p:txBody>
      </p:sp>
      <p:sp>
        <p:nvSpPr>
          <p:cNvPr id="8" name="">
            <a:extLst xmlns:a="http://schemas.openxmlformats.org/drawingml/2006/main">
              <a:ext uri="{FF2B5EF4-FFF2-40B4-BE49-F238E27FC236}">
                <a16:creationId xmlns:a16="http://schemas.microsoft.com/office/drawing/2014/main" id="{ECD96BC6-4070-4518-9C64-242EE4AE1F52}"/>
              </a:ext>
            </a:extLst>
          </p:cNvPr>
          <p:cNvSpPr>
            <a:spLocks xmlns:a="http://schemas.openxmlformats.org/drawingml/2006/main" noGrp="1"/>
          </p:cNvSpPr>
          <p:nvPr/>
        </p:nvSpPr>
        <p:spPr>
          <a:xfrm xmlns:a="http://schemas.openxmlformats.org/drawingml/2006/main">
            <a:off x="457200" y="34766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a:solidFill>
                  <a:srgbClr val="38332E"/>
                </a:solidFill>
                <a:latin typeface="Ubuntu Condensed"/>
                <a:ea typeface="Ubuntu Condensed"/>
                <a:cs typeface="Ubuntu Condensed"/>
              </a:defRPr>
            </a:defPPr>
          </a:lstStyle>
          <a:p xmlns:a="http://schemas.openxmlformats.org/drawingml/2006/main">
            <a:pPr>
              <a:defRPr sz="2175">
                <a:solidFill>
                  <a:srgbClr val="38332E"/>
                </a:solidFill>
                <a:latin typeface="Ubuntu Condensed"/>
                <a:ea typeface="Ubuntu Condensed"/>
                <a:cs typeface="Ubuntu Condensed"/>
              </a:defRPr>
            </a:pPr>
            <a:r>
              <a:rPr sz="2175">
                <a:solidFill>
                  <a:srgbClr val="38332E"/>
                </a:solidFill>
                <a:latin typeface="Ubuntu Condensed"/>
                <a:ea typeface="Ubuntu Condensed"/>
                <a:cs typeface="Ubuntu Condensed"/>
              </a:rPr>
              <a:t>Life History + GDP History</a:t>
            </a:r>
          </a:p>
        </p:txBody>
      </p:sp>
      <p:sp>
        <p:nvSpPr>
          <p:cNvPr id="9" name="">
            <a:extLst xmlns:a="http://schemas.openxmlformats.org/drawingml/2006/main">
              <a:ext uri="{FF2B5EF4-FFF2-40B4-BE49-F238E27FC236}">
                <a16:creationId xmlns:a16="http://schemas.microsoft.com/office/drawing/2014/main" id="{6AC856F3-260F-4EB6-AF6A-4A96D29D4DC7}"/>
              </a:ext>
            </a:extLst>
          </p:cNvPr>
          <p:cNvSpPr>
            <a:spLocks xmlns:a="http://schemas.openxmlformats.org/drawingml/2006/main" noGrp="1"/>
          </p:cNvSpPr>
          <p:nvPr/>
        </p:nvSpPr>
        <p:spPr>
          <a:xfrm xmlns:a="http://schemas.openxmlformats.org/drawingml/2006/main">
            <a:off x="457200" y="3895725"/>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a:solidFill>
                  <a:srgbClr val="81796F"/>
                </a:solidFill>
                <a:latin typeface="Ubuntu Condensed"/>
                <a:ea typeface="Ubuntu Condensed"/>
                <a:cs typeface="Ubuntu Condensed"/>
              </a:defRPr>
            </a:defPPr>
          </a:lstStyle>
          <a:p xmlns:a="http://schemas.openxmlformats.org/drawingml/2006/main">
            <a:pPr>
              <a:defRPr sz="1650">
                <a:solidFill>
                  <a:srgbClr val="81796F"/>
                </a:solidFill>
                <a:latin typeface="Ubuntu Condensed"/>
                <a:ea typeface="Ubuntu Condensed"/>
                <a:cs typeface="Ubuntu Condensed"/>
              </a:defRPr>
            </a:pPr>
            <a:r>
              <a:rPr sz="1650">
                <a:solidFill>
                  <a:srgbClr val="81796F"/>
                </a:solidFill>
                <a:latin typeface="Ubuntu Condensed"/>
                <a:ea typeface="Ubuntu Condensed"/>
                <a:cs typeface="Ubuntu Condensed"/>
              </a:rPr>
              <a:t>Selected Fields</a:t>
            </a:r>
          </a:p>
        </p:txBody>
      </p:sp>
      <p:sp>
        <p:nvSpPr>
          <p:cNvPr id="10" name="">
            <a:extLst xmlns:a="http://schemas.openxmlformats.org/drawingml/2006/main">
              <a:ext uri="{FF2B5EF4-FFF2-40B4-BE49-F238E27FC236}">
                <a16:creationId xmlns:a16="http://schemas.microsoft.com/office/drawing/2014/main" id="{236E3D55-D70B-4293-98DC-683573F0B7AE}"/>
              </a:ext>
            </a:extLst>
          </p:cNvPr>
          <p:cNvSpPr>
            <a:spLocks xmlns:a="http://schemas.openxmlformats.org/drawingml/2006/main" noGrp="1"/>
          </p:cNvSpPr>
          <p:nvPr/>
        </p:nvSpPr>
        <p:spPr>
          <a:xfrm xmlns:a="http://schemas.openxmlformats.org/drawingml/2006/main">
            <a:off x="457200" y="41910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a:solidFill>
                  <a:srgbClr val="B23C50"/>
                </a:solidFill>
                <a:latin typeface="Ubuntu Condensed"/>
                <a:ea typeface="Ubuntu Condensed"/>
                <a:cs typeface="Ubuntu Condensed"/>
              </a:defRPr>
            </a:defPPr>
          </a:lstStyle>
          <a:p xmlns:a="http://schemas.openxmlformats.org/drawingml/2006/main">
            <a:pPr>
              <a:defRPr sz="2175">
                <a:solidFill>
                  <a:srgbClr val="B23C50"/>
                </a:solidFill>
                <a:latin typeface="Ubuntu Condensed"/>
                <a:ea typeface="Ubuntu Condensed"/>
                <a:cs typeface="Ubuntu Condensed"/>
              </a:defRPr>
            </a:pPr>
            <a:r>
              <a:rPr sz="2175">
                <a:solidFill>
                  <a:srgbClr val="B23C50"/>
                </a:solidFill>
                <a:latin typeface="Ubuntu Condensed"/>
                <a:ea typeface="Ubuntu Condensed"/>
                <a:cs typeface="Ubuntu Condensed"/>
              </a:rPr>
              <a:t>Country → Country</a:t>
            </a:r>
          </a:p>
        </p:txBody>
      </p:sp>
      <p:sp>
        <p:nvSpPr>
          <p:cNvPr id="11" name="">
            <a:extLst xmlns:a="http://schemas.openxmlformats.org/drawingml/2006/main">
              <a:ext uri="{FF2B5EF4-FFF2-40B4-BE49-F238E27FC236}">
                <a16:creationId xmlns:a16="http://schemas.microsoft.com/office/drawing/2014/main" id="{64C6ED73-2A4E-47D0-9957-75B112B6BDEC}"/>
              </a:ext>
            </a:extLst>
          </p:cNvPr>
          <p:cNvSpPr>
            <a:spLocks xmlns:a="http://schemas.openxmlformats.org/drawingml/2006/main" noGrp="1"/>
          </p:cNvSpPr>
          <p:nvPr/>
        </p:nvSpPr>
        <p:spPr>
          <a:xfrm xmlns:a="http://schemas.openxmlformats.org/drawingml/2006/main">
            <a:off x="457200" y="4610100"/>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a:solidFill>
                  <a:srgbClr val="81796F"/>
                </a:solidFill>
                <a:latin typeface="Ubuntu Condensed"/>
                <a:ea typeface="Ubuntu Condensed"/>
                <a:cs typeface="Ubuntu Condensed"/>
              </a:defRPr>
            </a:defPPr>
          </a:lstStyle>
          <a:p xmlns:a="http://schemas.openxmlformats.org/drawingml/2006/main">
            <a:pPr>
              <a:defRPr sz="1650">
                <a:solidFill>
                  <a:srgbClr val="81796F"/>
                </a:solidFill>
                <a:latin typeface="Ubuntu Condensed"/>
                <a:ea typeface="Ubuntu Condensed"/>
                <a:cs typeface="Ubuntu Condensed"/>
              </a:defRPr>
            </a:pPr>
            <a:r>
              <a:rPr sz="1650">
                <a:solidFill>
                  <a:srgbClr val="81796F"/>
                </a:solidFill>
                <a:latin typeface="Ubuntu Condensed"/>
                <a:ea typeface="Ubuntu Condensed"/>
                <a:cs typeface="Ubuntu Condensed"/>
              </a:rPr>
              <a:t>Clear selection</a:t>
            </a:r>
          </a:p>
        </p:txBody>
      </p:sp>
      <p:sp>
        <p:nvSpPr>
          <p:cNvPr id="12" name="">
            <a:extLst xmlns:a="http://schemas.openxmlformats.org/drawingml/2006/main">
              <a:ext uri="{FF2B5EF4-FFF2-40B4-BE49-F238E27FC236}">
                <a16:creationId xmlns:a16="http://schemas.microsoft.com/office/drawing/2014/main" id="{3E59FF9E-A28C-48C4-94F4-D187E7B6A9AF}"/>
              </a:ext>
            </a:extLst>
          </p:cNvPr>
          <p:cNvSpPr>
            <a:spLocks xmlns:a="http://schemas.openxmlformats.org/drawingml/2006/main" noGrp="1"/>
          </p:cNvSpPr>
          <p:nvPr/>
        </p:nvSpPr>
        <p:spPr>
          <a:xfrm xmlns:a="http://schemas.openxmlformats.org/drawingml/2006/main">
            <a:off x="457200" y="49053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a:solidFill>
                  <a:srgbClr val="38332E"/>
                </a:solidFill>
                <a:latin typeface="Ubuntu Condensed"/>
                <a:ea typeface="Ubuntu Condensed"/>
                <a:cs typeface="Ubuntu Condensed"/>
              </a:defRPr>
            </a:defPPr>
          </a:lstStyle>
          <a:p xmlns:a="http://schemas.openxmlformats.org/drawingml/2006/main">
            <a:pPr>
              <a:defRPr sz="2175">
                <a:solidFill>
                  <a:srgbClr val="38332E"/>
                </a:solidFill>
                <a:latin typeface="Ubuntu Condensed"/>
                <a:ea typeface="Ubuntu Condensed"/>
                <a:cs typeface="Ubuntu Condensed"/>
              </a:defRPr>
            </a:pPr>
            <a:r>
              <a:rPr sz="2175">
                <a:solidFill>
                  <a:srgbClr val="38332E"/>
                </a:solidFill>
                <a:latin typeface="Ubuntu Condensed"/>
                <a:ea typeface="Ubuntu Condensed"/>
                <a:cs typeface="Ubuntu Condensed"/>
              </a:rPr>
              <a:t>Show all values</a:t>
            </a:r>
          </a:p>
        </p:txBody>
      </p:sp>
      <p:sp>
        <p:nvSpPr>
          <p:cNvPr id="13" name="">
            <a:extLst xmlns:a="http://schemas.openxmlformats.org/drawingml/2006/main">
              <a:ext uri="{FF2B5EF4-FFF2-40B4-BE49-F238E27FC236}">
                <a16:creationId xmlns:a16="http://schemas.microsoft.com/office/drawing/2014/main" id="{A91CE2D0-6593-43CE-9835-5E6A36F214FC}"/>
              </a:ext>
            </a:extLst>
          </p:cNvPr>
          <p:cNvSpPr>
            <a:spLocks xmlns:a="http://schemas.openxmlformats.org/drawingml/2006/main" noGrp="1"/>
          </p:cNvSpPr>
          <p:nvPr/>
        </p:nvSpPr>
        <p:spPr>
          <a:xfrm xmlns:a="http://schemas.openxmlformats.org/drawingml/2006/main">
            <a:off x="457200" y="58388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a:solidFill>
                  <a:srgbClr val="B23C50"/>
                </a:solidFill>
                <a:latin typeface="Ubuntu Condensed"/>
                <a:ea typeface="Ubuntu Condensed"/>
                <a:cs typeface="Ubuntu Condensed"/>
              </a:defRPr>
            </a:defPPr>
          </a:lstStyle>
          <a:p xmlns:a="http://schemas.openxmlformats.org/drawingml/2006/main">
            <a:pPr>
              <a:defRPr sz="2025">
                <a:solidFill>
                  <a:srgbClr val="B23C50"/>
                </a:solidFill>
                <a:latin typeface="Ubuntu Condensed"/>
                <a:ea typeface="Ubuntu Condensed"/>
                <a:cs typeface="Ubuntu Condensed"/>
              </a:defRPr>
            </a:pPr>
            <a:r>
              <a:rPr sz="2025">
                <a:solidFill>
                  <a:srgbClr val="B23C50"/>
                </a:solidFill>
                <a:latin typeface="Ubuntu Condensed"/>
                <a:ea typeface="Ubuntu Condensed"/>
                <a:cs typeface="Ubuntu Condensed"/>
              </a:rPr>
              <a:t>Do not pass Year to the history sheets.</a:t>
            </a:r>
          </a:p>
        </p:txBody>
      </p:sp>
      <p:sp>
        <p:nvSpPr>
          <p:cNvPr id="14" name="">
            <a:extLst xmlns:a="http://schemas.openxmlformats.org/drawingml/2006/main">
              <a:ext uri="{FF2B5EF4-FFF2-40B4-BE49-F238E27FC236}">
                <a16:creationId xmlns:a16="http://schemas.microsoft.com/office/drawing/2014/main" id="{0DBC5C7A-5E25-401D-8A91-2E3C67142370}"/>
              </a:ext>
            </a:extLst>
          </p:cNvPr>
          <p:cNvSpPr>
            <a:spLocks xmlns:a="http://schemas.openxmlformats.org/drawingml/2006/main" noGrp="1"/>
          </p:cNvSpPr>
          <p:nvPr/>
        </p:nvSpPr>
        <p:spPr>
          <a:xfrm xmlns:a="http://schemas.openxmlformats.org/drawingml/2006/main">
            <a:off x="6534150" y="174307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a:solidFill>
                  <a:srgbClr val="B23C50"/>
                </a:solidFill>
                <a:latin typeface="Ubuntu Condensed"/>
                <a:ea typeface="Ubuntu Condensed"/>
                <a:cs typeface="Ubuntu Condensed"/>
              </a:defRPr>
            </a:defPPr>
          </a:lstStyle>
          <a:p xmlns:a="http://schemas.openxmlformats.org/drawingml/2006/main">
            <a:pPr>
              <a:defRPr sz="2175">
                <a:solidFill>
                  <a:srgbClr val="B23C50"/>
                </a:solidFill>
                <a:latin typeface="Ubuntu Condensed"/>
                <a:ea typeface="Ubuntu Condensed"/>
                <a:cs typeface="Ubuntu Condensed"/>
              </a:defRPr>
            </a:pPr>
            <a:r>
              <a:rPr sz="2175">
                <a:solidFill>
                  <a:srgbClr val="B23C50"/>
                </a:solidFill>
                <a:latin typeface="Ubuntu Condensed"/>
                <a:ea typeface="Ubuntu Condensed"/>
                <a:cs typeface="Ubuntu Condensed"/>
              </a:rPr>
              <a:t>Click Japan</a:t>
            </a:r>
          </a:p>
        </p:txBody>
      </p:sp>
      <p:graphicFrame>
        <p:nvGraphicFramePr>
          <p:cNvPr id="15" name="Chart">
            <a:extLst xmlns:a="http://schemas.openxmlformats.org/drawingml/2006/main">
              <a:ext uri="{FF2B5EF4-FFF2-40B4-BE49-F238E27FC236}">
                <a16:creationId xmlns:a16="http://schemas.microsoft.com/office/drawing/2014/main" id="{FA3D24A1-DACE-40F1-92D9-88BE783EDC9A}"/>
              </a:ext>
            </a:extLst>
          </p:cNvPr>
          <p:cNvGraphicFramePr/>
          <p:nvPr/>
        </p:nvGraphicFramePr>
        <p:xfrm>
          <a:off xmlns:a="http://schemas.openxmlformats.org/drawingml/2006/main" x="6286500" y="2228850"/>
          <a:ext xmlns:a="http://schemas.openxmlformats.org/drawingml/2006/main" cx="5524500" cy="1495425"/>
        </p:xfrm>
        <a:graphic xmlns:a="http://schemas.openxmlformats.org/drawingml/2006/main">
          <a:graphicData uri="http://schemas.openxmlformats.org/drawingml/2006/chart">
            <c:chart xmlns:r="http://schemas.openxmlformats.org/officeDocument/2006/relationships" xmlns:c="http://schemas.openxmlformats.org/drawingml/2006/chart" r:id="R2df22954b45440e0"/>
          </a:graphicData>
        </a:graphic>
      </p:graphicFrame>
      <p:sp>
        <p:nvSpPr>
          <p:cNvPr id="16" name="">
            <a:extLst xmlns:a="http://schemas.openxmlformats.org/drawingml/2006/main">
              <a:ext uri="{FF2B5EF4-FFF2-40B4-BE49-F238E27FC236}">
                <a16:creationId xmlns:a16="http://schemas.microsoft.com/office/drawing/2014/main" id="{F38BAE88-10A1-4B0D-B052-C674379DE9A8}"/>
              </a:ext>
            </a:extLst>
          </p:cNvPr>
          <p:cNvSpPr>
            <a:spLocks xmlns:a="http://schemas.openxmlformats.org/drawingml/2006/main" noGrp="1"/>
          </p:cNvSpPr>
          <p:nvPr/>
        </p:nvSpPr>
        <p:spPr>
          <a:xfrm xmlns:a="http://schemas.openxmlformats.org/drawingml/2006/main">
            <a:off x="6810375" y="374332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a:solidFill>
                  <a:srgbClr val="81796F"/>
                </a:solidFill>
                <a:latin typeface="Ubuntu Condensed"/>
                <a:ea typeface="Ubuntu Condensed"/>
                <a:cs typeface="Ubuntu Condensed"/>
              </a:defRPr>
            </a:defPPr>
          </a:lstStyle>
          <a:p xmlns:a="http://schemas.openxmlformats.org/drawingml/2006/main">
            <a:pPr>
              <a:defRPr sz="1350">
                <a:solidFill>
                  <a:srgbClr val="81796F"/>
                </a:solidFill>
                <a:latin typeface="Ubuntu Condensed"/>
                <a:ea typeface="Ubuntu Condensed"/>
                <a:cs typeface="Ubuntu Condensed"/>
              </a:defRPr>
            </a:pPr>
            <a:r>
              <a:rPr sz="1350">
                <a:solidFill>
                  <a:srgbClr val="81796F"/>
                </a:solidFill>
                <a:latin typeface="Ubuntu Condensed"/>
                <a:ea typeface="Ubuntu Condensed"/>
                <a:cs typeface="Ubuntu Condensed"/>
              </a:rPr>
              <a:t>1960</a:t>
            </a:r>
          </a:p>
        </p:txBody>
      </p:sp>
      <p:sp>
        <p:nvSpPr>
          <p:cNvPr id="17" name="">
            <a:extLst xmlns:a="http://schemas.openxmlformats.org/drawingml/2006/main">
              <a:ext uri="{FF2B5EF4-FFF2-40B4-BE49-F238E27FC236}">
                <a16:creationId xmlns:a16="http://schemas.microsoft.com/office/drawing/2014/main" id="{ACBEA023-3979-419A-B9F7-06CFA99257AF}"/>
              </a:ext>
            </a:extLst>
          </p:cNvPr>
          <p:cNvSpPr>
            <a:spLocks xmlns:a="http://schemas.openxmlformats.org/drawingml/2006/main" noGrp="1"/>
          </p:cNvSpPr>
          <p:nvPr/>
        </p:nvSpPr>
        <p:spPr>
          <a:xfrm xmlns:a="http://schemas.openxmlformats.org/drawingml/2006/main">
            <a:off x="11096625" y="3743325"/>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a:solidFill>
                  <a:srgbClr val="81796F"/>
                </a:solidFill>
                <a:latin typeface="Ubuntu Condensed"/>
                <a:ea typeface="Ubuntu Condensed"/>
                <a:cs typeface="Ubuntu Condensed"/>
              </a:defRPr>
            </a:defPPr>
          </a:lstStyle>
          <a:p xmlns:a="http://schemas.openxmlformats.org/drawingml/2006/main">
            <a:pPr>
              <a:defRPr sz="1350">
                <a:solidFill>
                  <a:srgbClr val="81796F"/>
                </a:solidFill>
                <a:latin typeface="Ubuntu Condensed"/>
                <a:ea typeface="Ubuntu Condensed"/>
                <a:cs typeface="Ubuntu Condensed"/>
              </a:defRPr>
            </a:pPr>
            <a:r>
              <a:rPr sz="1350">
                <a:solidFill>
                  <a:srgbClr val="81796F"/>
                </a:solidFill>
                <a:latin typeface="Ubuntu Condensed"/>
                <a:ea typeface="Ubuntu Condensed"/>
                <a:cs typeface="Ubuntu Condensed"/>
              </a:rPr>
              <a:t>2020</a:t>
            </a:r>
          </a:p>
        </p:txBody>
      </p:sp>
      <p:sp>
        <p:nvSpPr>
          <p:cNvPr id="18" name="">
            <a:extLst xmlns:a="http://schemas.openxmlformats.org/drawingml/2006/main">
              <a:ext uri="{FF2B5EF4-FFF2-40B4-BE49-F238E27FC236}">
                <a16:creationId xmlns:a16="http://schemas.microsoft.com/office/drawing/2014/main" id="{4F37BF22-00AF-4D1A-ADF0-3DFFFDF9CE78}"/>
              </a:ext>
            </a:extLst>
          </p:cNvPr>
          <p:cNvSpPr>
            <a:spLocks xmlns:a="http://schemas.openxmlformats.org/drawingml/2006/main" noGrp="1"/>
          </p:cNvSpPr>
          <p:nvPr/>
        </p:nvSpPr>
        <p:spPr>
          <a:xfrm xmlns:a="http://schemas.openxmlformats.org/drawingml/2006/main">
            <a:off x="6534150" y="410527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a:solidFill>
                  <a:srgbClr val="457985"/>
                </a:solidFill>
                <a:latin typeface="Ubuntu Condensed"/>
                <a:ea typeface="Ubuntu Condensed"/>
                <a:cs typeface="Ubuntu Condensed"/>
              </a:defRPr>
            </a:defPPr>
          </a:lstStyle>
          <a:p xmlns:a="http://schemas.openxmlformats.org/drawingml/2006/main">
            <a:pPr>
              <a:defRPr sz="2175">
                <a:solidFill>
                  <a:srgbClr val="457985"/>
                </a:solidFill>
                <a:latin typeface="Ubuntu Condensed"/>
                <a:ea typeface="Ubuntu Condensed"/>
                <a:cs typeface="Ubuntu Condensed"/>
              </a:defRPr>
            </a:pPr>
            <a:r>
              <a:rPr sz="2175">
                <a:solidFill>
                  <a:srgbClr val="457985"/>
                </a:solidFill>
                <a:latin typeface="Ubuntu Condensed"/>
                <a:ea typeface="Ubuntu Condensed"/>
                <a:cs typeface="Ubuntu Condensed"/>
              </a:rPr>
              <a:t>Then click India</a:t>
            </a:r>
          </a:p>
        </p:txBody>
      </p:sp>
      <p:graphicFrame>
        <p:nvGraphicFramePr>
          <p:cNvPr id="19" name="Chart">
            <a:extLst xmlns:a="http://schemas.openxmlformats.org/drawingml/2006/main">
              <a:ext uri="{FF2B5EF4-FFF2-40B4-BE49-F238E27FC236}">
                <a16:creationId xmlns:a16="http://schemas.microsoft.com/office/drawing/2014/main" id="{8D0668DF-A343-4AAB-9810-32673D0B3F2C}"/>
              </a:ext>
            </a:extLst>
          </p:cNvPr>
          <p:cNvGraphicFramePr/>
          <p:nvPr/>
        </p:nvGraphicFramePr>
        <p:xfrm>
          <a:off xmlns:a="http://schemas.openxmlformats.org/drawingml/2006/main" x="6286500" y="4572000"/>
          <a:ext xmlns:a="http://schemas.openxmlformats.org/drawingml/2006/main" cx="5524500" cy="1495425"/>
        </p:xfrm>
        <a:graphic xmlns:a="http://schemas.openxmlformats.org/drawingml/2006/main">
          <a:graphicData uri="http://schemas.openxmlformats.org/drawingml/2006/chart">
            <c:chart xmlns:r="http://schemas.openxmlformats.org/officeDocument/2006/relationships" xmlns:c="http://schemas.openxmlformats.org/drawingml/2006/chart" r:id="R1f8206adc9104131"/>
          </a:graphicData>
        </a:graphic>
      </p:graphicFrame>
      <p:sp>
        <p:nvSpPr>
          <p:cNvPr id="20" name="">
            <a:extLst xmlns:a="http://schemas.openxmlformats.org/drawingml/2006/main">
              <a:ext uri="{FF2B5EF4-FFF2-40B4-BE49-F238E27FC236}">
                <a16:creationId xmlns:a16="http://schemas.microsoft.com/office/drawing/2014/main" id="{6633D29A-B85A-46A9-BA7B-F89D018994F8}"/>
              </a:ext>
            </a:extLst>
          </p:cNvPr>
          <p:cNvSpPr>
            <a:spLocks xmlns:a="http://schemas.openxmlformats.org/drawingml/2006/main" noGrp="1"/>
          </p:cNvSpPr>
          <p:nvPr/>
        </p:nvSpPr>
        <p:spPr>
          <a:xfrm xmlns:a="http://schemas.openxmlformats.org/drawingml/2006/main">
            <a:off x="6810375" y="60864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a:solidFill>
                  <a:srgbClr val="81796F"/>
                </a:solidFill>
                <a:latin typeface="Ubuntu Condensed"/>
                <a:ea typeface="Ubuntu Condensed"/>
                <a:cs typeface="Ubuntu Condensed"/>
              </a:defRPr>
            </a:defPPr>
          </a:lstStyle>
          <a:p xmlns:a="http://schemas.openxmlformats.org/drawingml/2006/main">
            <a:pPr>
              <a:defRPr sz="1350">
                <a:solidFill>
                  <a:srgbClr val="81796F"/>
                </a:solidFill>
                <a:latin typeface="Ubuntu Condensed"/>
                <a:ea typeface="Ubuntu Condensed"/>
                <a:cs typeface="Ubuntu Condensed"/>
              </a:defRPr>
            </a:pPr>
            <a:r>
              <a:rPr sz="1350">
                <a:solidFill>
                  <a:srgbClr val="81796F"/>
                </a:solidFill>
                <a:latin typeface="Ubuntu Condensed"/>
                <a:ea typeface="Ubuntu Condensed"/>
                <a:cs typeface="Ubuntu Condensed"/>
              </a:rPr>
              <a:t>1960</a:t>
            </a:r>
          </a:p>
        </p:txBody>
      </p:sp>
      <p:sp>
        <p:nvSpPr>
          <p:cNvPr id="21" name="">
            <a:extLst xmlns:a="http://schemas.openxmlformats.org/drawingml/2006/main">
              <a:ext uri="{FF2B5EF4-FFF2-40B4-BE49-F238E27FC236}">
                <a16:creationId xmlns:a16="http://schemas.microsoft.com/office/drawing/2014/main" id="{79F3DD77-004E-4375-93E8-627E424208C1}"/>
              </a:ext>
            </a:extLst>
          </p:cNvPr>
          <p:cNvSpPr>
            <a:spLocks xmlns:a="http://schemas.openxmlformats.org/drawingml/2006/main" noGrp="1"/>
          </p:cNvSpPr>
          <p:nvPr/>
        </p:nvSpPr>
        <p:spPr>
          <a:xfrm xmlns:a="http://schemas.openxmlformats.org/drawingml/2006/main">
            <a:off x="11096625" y="6086475"/>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a:solidFill>
                  <a:srgbClr val="81796F"/>
                </a:solidFill>
                <a:latin typeface="Ubuntu Condensed"/>
                <a:ea typeface="Ubuntu Condensed"/>
                <a:cs typeface="Ubuntu Condensed"/>
              </a:defRPr>
            </a:defPPr>
          </a:lstStyle>
          <a:p xmlns:a="http://schemas.openxmlformats.org/drawingml/2006/main">
            <a:pPr>
              <a:defRPr sz="1350">
                <a:solidFill>
                  <a:srgbClr val="81796F"/>
                </a:solidFill>
                <a:latin typeface="Ubuntu Condensed"/>
                <a:ea typeface="Ubuntu Condensed"/>
                <a:cs typeface="Ubuntu Condensed"/>
              </a:defRPr>
            </a:pPr>
            <a:r>
              <a:rPr sz="1350">
                <a:solidFill>
                  <a:srgbClr val="81796F"/>
                </a:solidFill>
                <a:latin typeface="Ubuntu Condensed"/>
                <a:ea typeface="Ubuntu Condensed"/>
                <a:cs typeface="Ubuntu Condensed"/>
              </a:rPr>
              <a:t>2020</a:t>
            </a:r>
          </a:p>
        </p:txBody>
      </p:sp>
      <p:sp>
        <p:nvSpPr>
          <p:cNvPr id="22" name="">
            <a:extLst xmlns:a="http://schemas.openxmlformats.org/drawingml/2006/main">
              <a:ext uri="{FF2B5EF4-FFF2-40B4-BE49-F238E27FC236}">
                <a16:creationId xmlns:a16="http://schemas.microsoft.com/office/drawing/2014/main" id="{A2507981-BFCA-4722-8E10-75D328F15AD8}"/>
              </a:ext>
            </a:extLst>
          </p:cNvPr>
          <p:cNvSpPr>
            <a:spLocks xmlns:a="http://schemas.openxmlformats.org/drawingml/2006/main" noGrp="1"/>
          </p:cNvSpPr>
          <p:nvPr/>
        </p:nvSpPr>
        <p:spPr>
          <a:xfrm xmlns:a="http://schemas.openxmlformats.org/drawingml/2006/main">
            <a:off x="6534150" y="64865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a:solidFill>
                  <a:srgbClr val="81796F"/>
                </a:solidFill>
                <a:latin typeface="Ubuntu Condensed"/>
                <a:ea typeface="Ubuntu Condensed"/>
                <a:cs typeface="Ubuntu Condensed"/>
              </a:defRPr>
            </a:defPPr>
          </a:lstStyle>
          <a:p xmlns:a="http://schemas.openxmlformats.org/drawingml/2006/main">
            <a:pPr>
              <a:defRPr sz="1500">
                <a:solidFill>
                  <a:srgbClr val="81796F"/>
                </a:solidFill>
                <a:latin typeface="Ubuntu Condensed"/>
                <a:ea typeface="Ubuntu Condensed"/>
                <a:cs typeface="Ubuntu Condensed"/>
              </a:defRPr>
            </a:pPr>
            <a:r>
              <a:rPr sz="1500">
                <a:solidFill>
                  <a:srgbClr val="81796F"/>
                </a:solidFill>
                <a:latin typeface="Ubuntu Condensed"/>
                <a:ea typeface="Ubuntu Condensed"/>
                <a:cs typeface="Ubuntu Condensed"/>
              </a:rPr>
              <a:t>Life expectancy, 1960–2020</a:t>
            </a:r>
          </a:p>
        </p:txBody>
      </p:sp>
    </p:spTree>
    <p:extLst>
      <p:ext uri="{BB962C8B-B14F-4D97-AF65-F5344CB8AC3E}">
        <p14:creationId xmlns:p14="http://schemas.microsoft.com/office/powerpoint/2010/main" val="181190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427FA3D-D72F-4C9D-845B-A8E0D9045D25}"/>
              </a:ext>
            </a:extLst>
          </p:cNvPr>
          <p:cNvSpPr>
            <a:spLocks xmlns:a="http://schemas.openxmlformats.org/drawingml/2006/main" noGrp="1"/>
          </p:cNvSpPr>
          <p:nvPr/>
        </p:nvSpPr>
        <p:spPr>
          <a:xfrm xmlns:a="http://schemas.openxmlformats.org/drawingml/2006/main">
            <a:off x="419100" y="266700"/>
            <a:ext cx="11353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a:solidFill>
                  <a:srgbClr val="38332E"/>
                </a:solidFill>
                <a:latin typeface="Ubuntu Condensed"/>
                <a:ea typeface="Ubuntu Condensed"/>
                <a:cs typeface="Ubuntu Condensed"/>
              </a:defRPr>
            </a:defPPr>
          </a:lstStyle>
          <a:p xmlns:a="http://schemas.openxmlformats.org/drawingml/2006/main">
            <a:pPr>
              <a:defRPr sz="3450">
                <a:solidFill>
                  <a:srgbClr val="38332E"/>
                </a:solidFill>
                <a:latin typeface="Ubuntu Condensed"/>
                <a:ea typeface="Ubuntu Condensed"/>
                <a:cs typeface="Ubuntu Condensed"/>
              </a:defRPr>
            </a:pPr>
            <a:r>
              <a:rPr sz="3450">
                <a:solidFill>
                  <a:srgbClr val="38332E"/>
                </a:solidFill>
                <a:latin typeface="Ubuntu Condensed"/>
                <a:ea typeface="Ubuntu Condensed"/>
                <a:cs typeface="Ubuntu Condensed"/>
              </a:rPr>
              <a:t>Highlighting the selected country</a:t>
            </a:r>
          </a:p>
        </p:txBody>
      </p:sp>
      <p:sp>
        <p:nvSpPr>
          <p:cNvPr id="2" name="">
            <a:extLst xmlns:a="http://schemas.openxmlformats.org/drawingml/2006/main">
              <a:ext uri="{FF2B5EF4-FFF2-40B4-BE49-F238E27FC236}">
                <a16:creationId xmlns:a16="http://schemas.microsoft.com/office/drawing/2014/main" id="{05A88776-CEE5-4B1A-B915-17CFA517708D}"/>
              </a:ext>
            </a:extLst>
          </p:cNvPr>
          <p:cNvSpPr>
            <a:spLocks xmlns:a="http://schemas.openxmlformats.org/drawingml/2006/main" noGrp="1"/>
          </p:cNvSpPr>
          <p:nvPr/>
        </p:nvSpPr>
        <p:spPr>
          <a:xfrm xmlns:a="http://schemas.openxmlformats.org/drawingml/2006/main">
            <a:off x="438150" y="990600"/>
            <a:ext cx="1133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81796F"/>
                </a:solidFill>
                <a:latin typeface="Ubuntu Condensed"/>
                <a:ea typeface="Ubuntu Condensed"/>
                <a:cs typeface="Ubuntu Condensed"/>
              </a:defRPr>
            </a:defPPr>
          </a:lstStyle>
          <a:p xmlns:a="http://schemas.openxmlformats.org/drawingml/2006/main">
            <a:pPr>
              <a:defRPr sz="1875">
                <a:solidFill>
                  <a:srgbClr val="81796F"/>
                </a:solidFill>
                <a:latin typeface="Ubuntu Condensed"/>
                <a:ea typeface="Ubuntu Condensed"/>
                <a:cs typeface="Ubuntu Condensed"/>
              </a:defRPr>
            </a:pPr>
            <a:r>
              <a:rPr sz="1875">
                <a:solidFill>
                  <a:srgbClr val="81796F"/>
                </a:solidFill>
                <a:latin typeface="Ubuntu Condensed"/>
                <a:ea typeface="Ubuntu Condensed"/>
                <a:cs typeface="Ubuntu Condensed"/>
              </a:rPr>
              <a:t>Dashboard &gt; Actions &gt; Add Action &gt; Highlight</a:t>
            </a:r>
          </a:p>
        </p:txBody>
      </p:sp>
      <p:sp>
        <p:nvSpPr>
          <p:cNvPr id="3" name="">
            <a:extLst xmlns:a="http://schemas.openxmlformats.org/drawingml/2006/main">
              <a:ext uri="{FF2B5EF4-FFF2-40B4-BE49-F238E27FC236}">
                <a16:creationId xmlns:a16="http://schemas.microsoft.com/office/drawing/2014/main" id="{A4BA0FC3-16F3-4CC5-8618-771A4B1E26DD}"/>
              </a:ext>
            </a:extLst>
          </p:cNvPr>
          <p:cNvSpPr>
            <a:spLocks xmlns:a="http://schemas.openxmlformats.org/drawingml/2006/main" noGrp="1"/>
          </p:cNvSpPr>
          <p:nvPr/>
        </p:nvSpPr>
        <p:spPr>
          <a:xfrm xmlns:a="http://schemas.openxmlformats.org/drawingml/2006/main">
            <a:off x="457200" y="1762125"/>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a:solidFill>
                  <a:srgbClr val="81796F"/>
                </a:solidFill>
                <a:latin typeface="Ubuntu Condensed"/>
                <a:ea typeface="Ubuntu Condensed"/>
                <a:cs typeface="Ubuntu Condensed"/>
              </a:defRPr>
            </a:defPPr>
          </a:lstStyle>
          <a:p xmlns:a="http://schemas.openxmlformats.org/drawingml/2006/main">
            <a:pPr>
              <a:defRPr sz="1725">
                <a:solidFill>
                  <a:srgbClr val="81796F"/>
                </a:solidFill>
                <a:latin typeface="Ubuntu Condensed"/>
                <a:ea typeface="Ubuntu Condensed"/>
                <a:cs typeface="Ubuntu Condensed"/>
              </a:defRPr>
            </a:pPr>
            <a:r>
              <a:rPr sz="1725">
                <a:solidFill>
                  <a:srgbClr val="81796F"/>
                </a:solidFill>
                <a:latin typeface="Ubuntu Condensed"/>
                <a:ea typeface="Ubuntu Condensed"/>
                <a:cs typeface="Ubuntu Condensed"/>
              </a:rPr>
              <a:t>Source sheet</a:t>
            </a:r>
          </a:p>
        </p:txBody>
      </p:sp>
      <p:sp>
        <p:nvSpPr>
          <p:cNvPr id="4" name="">
            <a:extLst xmlns:a="http://schemas.openxmlformats.org/drawingml/2006/main">
              <a:ext uri="{FF2B5EF4-FFF2-40B4-BE49-F238E27FC236}">
                <a16:creationId xmlns:a16="http://schemas.microsoft.com/office/drawing/2014/main" id="{EAC5D4C1-1BF9-40BF-B293-87DF9B3BA965}"/>
              </a:ext>
            </a:extLst>
          </p:cNvPr>
          <p:cNvSpPr>
            <a:spLocks xmlns:a="http://schemas.openxmlformats.org/drawingml/2006/main" noGrp="1"/>
          </p:cNvSpPr>
          <p:nvPr/>
        </p:nvSpPr>
        <p:spPr>
          <a:xfrm xmlns:a="http://schemas.openxmlformats.org/drawingml/2006/main">
            <a:off x="457200" y="2085975"/>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a:solidFill>
                  <a:srgbClr val="38332E"/>
                </a:solidFill>
                <a:latin typeface="Ubuntu Condensed"/>
                <a:ea typeface="Ubuntu Condensed"/>
                <a:cs typeface="Ubuntu Condensed"/>
              </a:defRPr>
            </a:defPPr>
          </a:lstStyle>
          <a:p xmlns:a="http://schemas.openxmlformats.org/drawingml/2006/main">
            <a:pPr>
              <a:defRPr sz="2250">
                <a:solidFill>
                  <a:srgbClr val="38332E"/>
                </a:solidFill>
                <a:latin typeface="Ubuntu Condensed"/>
                <a:ea typeface="Ubuntu Condensed"/>
                <a:cs typeface="Ubuntu Condensed"/>
              </a:defRPr>
            </a:pPr>
            <a:r>
              <a:rPr sz="2250">
                <a:solidFill>
                  <a:srgbClr val="38332E"/>
                </a:solidFill>
                <a:latin typeface="Ubuntu Condensed"/>
                <a:ea typeface="Ubuntu Condensed"/>
                <a:cs typeface="Ubuntu Condensed"/>
              </a:rPr>
              <a:t>World</a:t>
            </a:r>
          </a:p>
        </p:txBody>
      </p:sp>
      <p:sp>
        <p:nvSpPr>
          <p:cNvPr id="5" name="">
            <a:extLst xmlns:a="http://schemas.openxmlformats.org/drawingml/2006/main">
              <a:ext uri="{FF2B5EF4-FFF2-40B4-BE49-F238E27FC236}">
                <a16:creationId xmlns:a16="http://schemas.microsoft.com/office/drawing/2014/main" id="{B7CF8607-45A4-420A-BFB8-2A16E160AB12}"/>
              </a:ext>
            </a:extLst>
          </p:cNvPr>
          <p:cNvSpPr>
            <a:spLocks xmlns:a="http://schemas.openxmlformats.org/drawingml/2006/main" noGrp="1"/>
          </p:cNvSpPr>
          <p:nvPr/>
        </p:nvSpPr>
        <p:spPr>
          <a:xfrm xmlns:a="http://schemas.openxmlformats.org/drawingml/2006/main">
            <a:off x="457200" y="270510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a:solidFill>
                  <a:srgbClr val="81796F"/>
                </a:solidFill>
                <a:latin typeface="Ubuntu Condensed"/>
                <a:ea typeface="Ubuntu Condensed"/>
                <a:cs typeface="Ubuntu Condensed"/>
              </a:defRPr>
            </a:defPPr>
          </a:lstStyle>
          <a:p xmlns:a="http://schemas.openxmlformats.org/drawingml/2006/main">
            <a:pPr>
              <a:defRPr sz="1725">
                <a:solidFill>
                  <a:srgbClr val="81796F"/>
                </a:solidFill>
                <a:latin typeface="Ubuntu Condensed"/>
                <a:ea typeface="Ubuntu Condensed"/>
                <a:cs typeface="Ubuntu Condensed"/>
              </a:defRPr>
            </a:pPr>
            <a:r>
              <a:rPr sz="1725">
                <a:solidFill>
                  <a:srgbClr val="81796F"/>
                </a:solidFill>
                <a:latin typeface="Ubuntu Condensed"/>
                <a:ea typeface="Ubuntu Condensed"/>
                <a:cs typeface="Ubuntu Condensed"/>
              </a:rPr>
              <a:t>Run action on</a:t>
            </a:r>
          </a:p>
        </p:txBody>
      </p:sp>
      <p:sp>
        <p:nvSpPr>
          <p:cNvPr id="6" name="">
            <a:extLst xmlns:a="http://schemas.openxmlformats.org/drawingml/2006/main">
              <a:ext uri="{FF2B5EF4-FFF2-40B4-BE49-F238E27FC236}">
                <a16:creationId xmlns:a16="http://schemas.microsoft.com/office/drawing/2014/main" id="{E13BCFFE-FFC2-4E73-BE53-87943556BC8C}"/>
              </a:ext>
            </a:extLst>
          </p:cNvPr>
          <p:cNvSpPr>
            <a:spLocks xmlns:a="http://schemas.openxmlformats.org/drawingml/2006/main" noGrp="1"/>
          </p:cNvSpPr>
          <p:nvPr/>
        </p:nvSpPr>
        <p:spPr>
          <a:xfrm xmlns:a="http://schemas.openxmlformats.org/drawingml/2006/main">
            <a:off x="457200" y="30289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a:solidFill>
                  <a:srgbClr val="38332E"/>
                </a:solidFill>
                <a:latin typeface="Ubuntu Condensed"/>
                <a:ea typeface="Ubuntu Condensed"/>
                <a:cs typeface="Ubuntu Condensed"/>
              </a:defRPr>
            </a:defPPr>
          </a:lstStyle>
          <a:p xmlns:a="http://schemas.openxmlformats.org/drawingml/2006/main">
            <a:pPr>
              <a:defRPr sz="2250">
                <a:solidFill>
                  <a:srgbClr val="38332E"/>
                </a:solidFill>
                <a:latin typeface="Ubuntu Condensed"/>
                <a:ea typeface="Ubuntu Condensed"/>
                <a:cs typeface="Ubuntu Condensed"/>
              </a:defRPr>
            </a:pPr>
            <a:r>
              <a:rPr sz="2250">
                <a:solidFill>
                  <a:srgbClr val="38332E"/>
                </a:solidFill>
                <a:latin typeface="Ubuntu Condensed"/>
                <a:ea typeface="Ubuntu Condensed"/>
                <a:cs typeface="Ubuntu Condensed"/>
              </a:rPr>
              <a:t>Select</a:t>
            </a:r>
          </a:p>
        </p:txBody>
      </p:sp>
      <p:sp>
        <p:nvSpPr>
          <p:cNvPr id="7" name="">
            <a:extLst xmlns:a="http://schemas.openxmlformats.org/drawingml/2006/main">
              <a:ext uri="{FF2B5EF4-FFF2-40B4-BE49-F238E27FC236}">
                <a16:creationId xmlns:a16="http://schemas.microsoft.com/office/drawing/2014/main" id="{2E9BFEA4-B196-4D59-8328-DC5B189CE25C}"/>
              </a:ext>
            </a:extLst>
          </p:cNvPr>
          <p:cNvSpPr>
            <a:spLocks xmlns:a="http://schemas.openxmlformats.org/drawingml/2006/main" noGrp="1"/>
          </p:cNvSpPr>
          <p:nvPr/>
        </p:nvSpPr>
        <p:spPr>
          <a:xfrm xmlns:a="http://schemas.openxmlformats.org/drawingml/2006/main">
            <a:off x="457200" y="3648075"/>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a:solidFill>
                  <a:srgbClr val="81796F"/>
                </a:solidFill>
                <a:latin typeface="Ubuntu Condensed"/>
                <a:ea typeface="Ubuntu Condensed"/>
                <a:cs typeface="Ubuntu Condensed"/>
              </a:defRPr>
            </a:defPPr>
          </a:lstStyle>
          <a:p xmlns:a="http://schemas.openxmlformats.org/drawingml/2006/main">
            <a:pPr>
              <a:defRPr sz="1725">
                <a:solidFill>
                  <a:srgbClr val="81796F"/>
                </a:solidFill>
                <a:latin typeface="Ubuntu Condensed"/>
                <a:ea typeface="Ubuntu Condensed"/>
                <a:cs typeface="Ubuntu Condensed"/>
              </a:defRPr>
            </a:pPr>
            <a:r>
              <a:rPr sz="1725">
                <a:solidFill>
                  <a:srgbClr val="81796F"/>
                </a:solidFill>
                <a:latin typeface="Ubuntu Condensed"/>
                <a:ea typeface="Ubuntu Condensed"/>
                <a:cs typeface="Ubuntu Condensed"/>
              </a:rPr>
              <a:t>Target sheet</a:t>
            </a:r>
          </a:p>
        </p:txBody>
      </p:sp>
      <p:sp>
        <p:nvSpPr>
          <p:cNvPr id="8" name="">
            <a:extLst xmlns:a="http://schemas.openxmlformats.org/drawingml/2006/main">
              <a:ext uri="{FF2B5EF4-FFF2-40B4-BE49-F238E27FC236}">
                <a16:creationId xmlns:a16="http://schemas.microsoft.com/office/drawing/2014/main" id="{74B30C78-DE17-45D7-94B1-2E3C78213B29}"/>
              </a:ext>
            </a:extLst>
          </p:cNvPr>
          <p:cNvSpPr>
            <a:spLocks xmlns:a="http://schemas.openxmlformats.org/drawingml/2006/main" noGrp="1"/>
          </p:cNvSpPr>
          <p:nvPr/>
        </p:nvSpPr>
        <p:spPr>
          <a:xfrm xmlns:a="http://schemas.openxmlformats.org/drawingml/2006/main">
            <a:off x="457200" y="3971925"/>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a:solidFill>
                  <a:srgbClr val="38332E"/>
                </a:solidFill>
                <a:latin typeface="Ubuntu Condensed"/>
                <a:ea typeface="Ubuntu Condensed"/>
                <a:cs typeface="Ubuntu Condensed"/>
              </a:defRPr>
            </a:defPPr>
          </a:lstStyle>
          <a:p xmlns:a="http://schemas.openxmlformats.org/drawingml/2006/main">
            <a:pPr>
              <a:defRPr sz="2250">
                <a:solidFill>
                  <a:srgbClr val="38332E"/>
                </a:solidFill>
                <a:latin typeface="Ubuntu Condensed"/>
                <a:ea typeface="Ubuntu Condensed"/>
                <a:cs typeface="Ubuntu Condensed"/>
              </a:defRPr>
            </a:pPr>
            <a:r>
              <a:rPr sz="2250">
                <a:solidFill>
                  <a:srgbClr val="38332E"/>
                </a:solidFill>
                <a:latin typeface="Ubuntu Condensed"/>
                <a:ea typeface="Ubuntu Condensed"/>
                <a:cs typeface="Ubuntu Condensed"/>
              </a:rPr>
              <a:t>World</a:t>
            </a:r>
          </a:p>
        </p:txBody>
      </p:sp>
      <p:sp>
        <p:nvSpPr>
          <p:cNvPr id="9" name="">
            <a:extLst xmlns:a="http://schemas.openxmlformats.org/drawingml/2006/main">
              <a:ext uri="{FF2B5EF4-FFF2-40B4-BE49-F238E27FC236}">
                <a16:creationId xmlns:a16="http://schemas.microsoft.com/office/drawing/2014/main" id="{BB9C6088-EFDA-4D79-A0A6-41406E2117C3}"/>
              </a:ext>
            </a:extLst>
          </p:cNvPr>
          <p:cNvSpPr>
            <a:spLocks xmlns:a="http://schemas.openxmlformats.org/drawingml/2006/main" noGrp="1"/>
          </p:cNvSpPr>
          <p:nvPr/>
        </p:nvSpPr>
        <p:spPr>
          <a:xfrm xmlns:a="http://schemas.openxmlformats.org/drawingml/2006/main">
            <a:off x="457200" y="4591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a:solidFill>
                  <a:srgbClr val="81796F"/>
                </a:solidFill>
                <a:latin typeface="Ubuntu Condensed"/>
                <a:ea typeface="Ubuntu Condensed"/>
                <a:cs typeface="Ubuntu Condensed"/>
              </a:defRPr>
            </a:defPPr>
          </a:lstStyle>
          <a:p xmlns:a="http://schemas.openxmlformats.org/drawingml/2006/main">
            <a:pPr>
              <a:defRPr sz="1725">
                <a:solidFill>
                  <a:srgbClr val="81796F"/>
                </a:solidFill>
                <a:latin typeface="Ubuntu Condensed"/>
                <a:ea typeface="Ubuntu Condensed"/>
                <a:cs typeface="Ubuntu Condensed"/>
              </a:defRPr>
            </a:pPr>
            <a:r>
              <a:rPr sz="1725">
                <a:solidFill>
                  <a:srgbClr val="81796F"/>
                </a:solidFill>
                <a:latin typeface="Ubuntu Condensed"/>
                <a:ea typeface="Ubuntu Condensed"/>
                <a:cs typeface="Ubuntu Condensed"/>
              </a:rPr>
              <a:t>Target Highlighting</a:t>
            </a:r>
          </a:p>
        </p:txBody>
      </p:sp>
      <p:sp>
        <p:nvSpPr>
          <p:cNvPr id="10" name="">
            <a:extLst xmlns:a="http://schemas.openxmlformats.org/drawingml/2006/main">
              <a:ext uri="{FF2B5EF4-FFF2-40B4-BE49-F238E27FC236}">
                <a16:creationId xmlns:a16="http://schemas.microsoft.com/office/drawing/2014/main" id="{1BAF0093-92F9-460D-89B3-B0D0557B717C}"/>
              </a:ext>
            </a:extLst>
          </p:cNvPr>
          <p:cNvSpPr>
            <a:spLocks xmlns:a="http://schemas.openxmlformats.org/drawingml/2006/main" noGrp="1"/>
          </p:cNvSpPr>
          <p:nvPr/>
        </p:nvSpPr>
        <p:spPr>
          <a:xfrm xmlns:a="http://schemas.openxmlformats.org/drawingml/2006/main">
            <a:off x="457200" y="491490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a:solidFill>
                  <a:srgbClr val="B23C50"/>
                </a:solidFill>
                <a:latin typeface="Ubuntu Condensed"/>
                <a:ea typeface="Ubuntu Condensed"/>
                <a:cs typeface="Ubuntu Condensed"/>
              </a:defRPr>
            </a:defPPr>
          </a:lstStyle>
          <a:p xmlns:a="http://schemas.openxmlformats.org/drawingml/2006/main">
            <a:pPr>
              <a:defRPr sz="2250">
                <a:solidFill>
                  <a:srgbClr val="B23C50"/>
                </a:solidFill>
                <a:latin typeface="Ubuntu Condensed"/>
                <a:ea typeface="Ubuntu Condensed"/>
                <a:cs typeface="Ubuntu Condensed"/>
              </a:defRPr>
            </a:pPr>
            <a:r>
              <a:rPr sz="2250">
                <a:solidFill>
                  <a:srgbClr val="B23C50"/>
                </a:solidFill>
                <a:latin typeface="Ubuntu Condensed"/>
                <a:ea typeface="Ubuntu Condensed"/>
                <a:cs typeface="Ubuntu Condensed"/>
              </a:rPr>
              <a:t>Selected Fields: Country</a:t>
            </a:r>
          </a:p>
        </p:txBody>
      </p:sp>
      <p:graphicFrame>
        <p:nvGraphicFramePr>
          <p:cNvPr id="11" name="Chart">
            <a:extLst xmlns:a="http://schemas.openxmlformats.org/drawingml/2006/main">
              <a:ext uri="{FF2B5EF4-FFF2-40B4-BE49-F238E27FC236}">
                <a16:creationId xmlns:a16="http://schemas.microsoft.com/office/drawing/2014/main" id="{D35E1179-49D8-491E-ACA6-0DA27B22A3D5}"/>
              </a:ext>
            </a:extLst>
          </p:cNvPr>
          <p:cNvGraphicFramePr/>
          <p:nvPr/>
        </p:nvGraphicFramePr>
        <p:xfrm>
          <a:off xmlns:a="http://schemas.openxmlformats.org/drawingml/2006/main" x="6143625" y="1714500"/>
          <a:ext xmlns:a="http://schemas.openxmlformats.org/drawingml/2006/main" cx="5667375" cy="3276600"/>
        </p:xfrm>
        <a:graphic xmlns:a="http://schemas.openxmlformats.org/drawingml/2006/main">
          <a:graphicData uri="http://schemas.openxmlformats.org/drawingml/2006/chart">
            <c:chart xmlns:r="http://schemas.openxmlformats.org/officeDocument/2006/relationships" xmlns:c="http://schemas.openxmlformats.org/drawingml/2006/chart" r:id="Ra8b222ccd32549a0"/>
          </a:graphicData>
        </a:graphic>
      </p:graphicFrame>
      <p:sp>
        <p:nvSpPr>
          <p:cNvPr id="12" name="">
            <a:extLst xmlns:a="http://schemas.openxmlformats.org/drawingml/2006/main">
              <a:ext uri="{FF2B5EF4-FFF2-40B4-BE49-F238E27FC236}">
                <a16:creationId xmlns:a16="http://schemas.microsoft.com/office/drawing/2014/main" id="{820850A5-391F-436B-BE3E-7FF4F9DF32FF}"/>
              </a:ext>
            </a:extLst>
          </p:cNvPr>
          <p:cNvSpPr>
            <a:spLocks xmlns:a="http://schemas.openxmlformats.org/drawingml/2006/main" noGrp="1"/>
          </p:cNvSpPr>
          <p:nvPr/>
        </p:nvSpPr>
        <p:spPr>
          <a:xfrm xmlns:a="http://schemas.openxmlformats.org/drawingml/2006/main">
            <a:off x="6572250" y="5200650"/>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a:solidFill>
                  <a:srgbClr val="38332E"/>
                </a:solidFill>
                <a:latin typeface="Ubuntu Condensed"/>
                <a:ea typeface="Ubuntu Condensed"/>
                <a:cs typeface="Ubuntu Condensed"/>
              </a:defRPr>
            </a:defPPr>
          </a:lstStyle>
          <a:p xmlns:a="http://schemas.openxmlformats.org/drawingml/2006/main">
            <a:pPr>
              <a:defRPr sz="2025">
                <a:solidFill>
                  <a:srgbClr val="38332E"/>
                </a:solidFill>
                <a:latin typeface="Ubuntu Condensed"/>
                <a:ea typeface="Ubuntu Condensed"/>
                <a:cs typeface="Ubuntu Condensed"/>
              </a:defRPr>
            </a:pPr>
            <a:r>
              <a:rPr sz="2025">
                <a:solidFill>
                  <a:srgbClr val="38332E"/>
                </a:solidFill>
                <a:latin typeface="Ubuntu Condensed"/>
                <a:ea typeface="Ubuntu Condensed"/>
                <a:cs typeface="Ubuntu Condensed"/>
              </a:rPr>
              <a:t>Click Japan: other circles fade.</a:t>
            </a:r>
          </a:p>
          <a:p xmlns:a="http://schemas.openxmlformats.org/drawingml/2006/main">
            <a:pPr>
              <a:defRPr sz="2025">
                <a:solidFill>
                  <a:srgbClr val="38332E"/>
                </a:solidFill>
                <a:latin typeface="Ubuntu Condensed"/>
                <a:ea typeface="Ubuntu Condensed"/>
                <a:cs typeface="Ubuntu Condensed"/>
              </a:defRPr>
            </a:pPr>
            <a:r>
              <a:rPr sz="2025">
                <a:solidFill>
                  <a:srgbClr val="38332E"/>
                </a:solidFill>
                <a:latin typeface="Ubuntu Condensed"/>
                <a:ea typeface="Ubuntu Condensed"/>
                <a:cs typeface="Ubuntu Condensed"/>
              </a:rPr>
              <a:t>Click empty space to clear.</a:t>
            </a:r>
          </a:p>
        </p:txBody>
      </p:sp>
      <p:sp>
        <p:nvSpPr>
          <p:cNvPr id="13" name="">
            <a:extLst xmlns:a="http://schemas.openxmlformats.org/drawingml/2006/main">
              <a:ext uri="{FF2B5EF4-FFF2-40B4-BE49-F238E27FC236}">
                <a16:creationId xmlns:a16="http://schemas.microsoft.com/office/drawing/2014/main" id="{4ACBC68C-E85C-4E28-A4AA-9A2256034F5C}"/>
              </a:ext>
            </a:extLst>
          </p:cNvPr>
          <p:cNvSpPr>
            <a:spLocks xmlns:a="http://schemas.openxmlformats.org/drawingml/2006/main" noGrp="1"/>
          </p:cNvSpPr>
          <p:nvPr/>
        </p:nvSpPr>
        <p:spPr>
          <a:xfrm xmlns:a="http://schemas.openxmlformats.org/drawingml/2006/main">
            <a:off x="457200" y="6305550"/>
            <a:ext cx="1123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a:solidFill>
                  <a:srgbClr val="B23C50"/>
                </a:solidFill>
                <a:latin typeface="Ubuntu Condensed"/>
                <a:ea typeface="Ubuntu Condensed"/>
                <a:cs typeface="Ubuntu Condensed"/>
              </a:defRPr>
            </a:defPPr>
          </a:lstStyle>
          <a:p xmlns:a="http://schemas.openxmlformats.org/drawingml/2006/main">
            <a:pPr>
              <a:defRPr sz="1950">
                <a:solidFill>
                  <a:srgbClr val="B23C50"/>
                </a:solidFill>
                <a:latin typeface="Ubuntu Condensed"/>
                <a:ea typeface="Ubuntu Condensed"/>
                <a:cs typeface="Ubuntu Condensed"/>
              </a:defRPr>
            </a:pPr>
            <a:r>
              <a:rPr sz="1950">
                <a:solidFill>
                  <a:srgbClr val="B23C50"/>
                </a:solidFill>
                <a:latin typeface="Ubuntu Condensed"/>
                <a:ea typeface="Ubuntu Condensed"/>
                <a:cs typeface="Ubuntu Condensed"/>
              </a:rPr>
              <a:t>Highlight: keep other countries visible. Filter: show only the selected country.</a:t>
            </a:r>
          </a:p>
        </p:txBody>
      </p:sp>
    </p:spTree>
    <p:extLst>
      <p:ext uri="{BB962C8B-B14F-4D97-AF65-F5344CB8AC3E}">
        <p14:creationId xmlns:p14="http://schemas.microsoft.com/office/powerpoint/2010/main" val="4088578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Ubuntu Condensed"/>
        <a:ea typeface=""/>
        <a:cs typeface=""/>
      </a:majorFont>
      <a:minorFont>
        <a:latin typeface="Ubuntu Condensed"/>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2026-10-15T22:49:14.6360000Z</dcterms:created>
  <dcterms:modified xsi:type="dcterms:W3CDTF">2026-10-15T22:49:14.6360000Z</dcterms:modified>
</coreProperties>
</file>