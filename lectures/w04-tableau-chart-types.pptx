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6.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7.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af6a8c06c084d0e" /><Relationship Type="http://schemas.openxmlformats.org/officeDocument/2006/relationships/extended-properties" Target="/docProps/app.xml" Id="R209fe6c0518745a9" /><Relationship Type="http://schemas.openxmlformats.org/officeDocument/2006/relationships/officeDocument" Target="/ppt/presentation.xml" Id="Ra1e1c6f37772420c" /></Relationships>
</file>

<file path=ppt/presentation.xml><?xml version="1.0" encoding="utf-8"?>
<p:presentation xmlns:p="http://schemas.openxmlformats.org/presentationml/2006/main">
  <p:sldMasterIdLst>
    <p:sldMasterId xmlns:r="http://schemas.openxmlformats.org/officeDocument/2006/relationships" id="2147483648" r:id="R4a82670c651a4ef7"/>
  </p:sldMasterIdLst>
  <p:notesMasterIdLst>
    <p:notesMasterId xmlns:r="http://schemas.openxmlformats.org/officeDocument/2006/relationships" r:id="Rfe4b7685429c487a"/>
  </p:notesMasterIdLst>
  <p:sldIdLst>
    <p:sldId xmlns:r="http://schemas.openxmlformats.org/officeDocument/2006/relationships" id="256" r:id="Ra19c5cb72d1147c3"/>
    <p:sldId xmlns:r="http://schemas.openxmlformats.org/officeDocument/2006/relationships" id="257" r:id="R1dda2c24dfa8423b"/>
    <p:sldId xmlns:r="http://schemas.openxmlformats.org/officeDocument/2006/relationships" id="258" r:id="R98f3fa04c7c84381"/>
    <p:sldId xmlns:r="http://schemas.openxmlformats.org/officeDocument/2006/relationships" id="259" r:id="R862d0ffdc62b4edd"/>
    <p:sldId xmlns:r="http://schemas.openxmlformats.org/officeDocument/2006/relationships" id="260" r:id="R186cf2589b424e26"/>
    <p:sldId xmlns:r="http://schemas.openxmlformats.org/officeDocument/2006/relationships" id="261" r:id="Rb78629e2e1a04c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0d22599f7a460e" /><Relationship Type="http://schemas.openxmlformats.org/officeDocument/2006/relationships/slideMaster" Target="/ppt/slideMasters/slideMaster1.xml" Id="R4a82670c651a4ef7" /><Relationship Type="http://schemas.openxmlformats.org/officeDocument/2006/relationships/notesMaster" Target="/ppt/notesMasters/notesMaster1.xml" Id="Rfe4b7685429c487a" /><Relationship Type="http://schemas.openxmlformats.org/officeDocument/2006/relationships/presProps" Target="/ppt/presProps.xml" Id="Rec3b8994c86a4e54" /><Relationship Type="http://schemas.openxmlformats.org/officeDocument/2006/relationships/tableStyles" Target="/ppt/tableStyles.xml" Id="R592e543a19f24ef2" /><Relationship Type="http://schemas.openxmlformats.org/officeDocument/2006/relationships/slide" Target="/ppt/slides/slide1.xml" Id="Ra19c5cb72d1147c3" /><Relationship Type="http://schemas.openxmlformats.org/officeDocument/2006/relationships/slide" Target="/ppt/slides/slide2.xml" Id="R1dda2c24dfa8423b" /><Relationship Type="http://schemas.openxmlformats.org/officeDocument/2006/relationships/slide" Target="/ppt/slides/slide3.xml" Id="R98f3fa04c7c84381" /><Relationship Type="http://schemas.openxmlformats.org/officeDocument/2006/relationships/slide" Target="/ppt/slides/slide4.xml" Id="R862d0ffdc62b4edd" /><Relationship Type="http://schemas.openxmlformats.org/officeDocument/2006/relationships/slide" Target="/ppt/slides/slide5.xml" Id="R186cf2589b424e26" /><Relationship Type="http://schemas.openxmlformats.org/officeDocument/2006/relationships/slide" Target="/ppt/slides/slide6.xml" Id="Rb78629e2e1a04c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a75098050e45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c8378b46504a97" /><Relationship Type="http://schemas.openxmlformats.org/officeDocument/2006/relationships/notesMaster" Target="/ppt/notesMasters/notesMaster1.xml" Id="Ra6ac95eba19b44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a72b183fdb4bb5" /><Relationship Type="http://schemas.openxmlformats.org/officeDocument/2006/relationships/notesMaster" Target="/ppt/notesMasters/notesMaster1.xml" Id="Ra4e5e0d4d29d42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b3676c7916405e" /><Relationship Type="http://schemas.openxmlformats.org/officeDocument/2006/relationships/notesMaster" Target="/ppt/notesMasters/notesMaster1.xml" Id="Rb2136d5307754d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28a04161184313" /><Relationship Type="http://schemas.openxmlformats.org/officeDocument/2006/relationships/notesMaster" Target="/ppt/notesMasters/notesMaster1.xml" Id="Rb27619ed38464f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c8eb5c4d154ca3" /><Relationship Type="http://schemas.openxmlformats.org/officeDocument/2006/relationships/notesMaster" Target="/ppt/notesMasters/notesMaster1.xml" Id="Rc254b0b82c5a49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f0dd3006564103" /><Relationship Type="http://schemas.openxmlformats.org/officeDocument/2006/relationships/notesMaster" Target="/ppt/notesMasters/notesMaster1.xml" Id="Rcf9b23c8425a45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examples use the same five countries in 2020. Bar chart: Country on Rows, AVG(Life Expectancy) on Columns, Bar marks, sort descending. Keep the bar value axis at zero. Dot plot: use Circle marks with the same shelves; a narrower value axis can help compare small differences. Dot plots are an arrangement of marks rather than necessarily a separate Show Me icon. The example dot axis starts at 60 and labels its actual values. First select fields in the Data pane, then open Show Me; available choices depend on field types and count.</a:t>
            </a:r>
          </a:p>
          <a:p xmlns:a="http://schemas.openxmlformats.org/drawingml/2006/main">
            <a:r>
              <a:t/>
            </a:r>
          </a:p>
          <a:p xmlns:a="http://schemas.openxmlformats.org/drawingml/2006/main">
            <a:r>
              <a:t>Data for slides 1-5: local course file data/gapminder/hans.csv. Snapshot is 2020, not current data. Histories use 1960-2020 at 10-year intervals. Exclude nonpositive Life Expectancy as invalid. Use the dataset GDP label without inventing its currency or per-capita definition. Country counts refer to the 197 distinct country records in this file, not an authoritative list of sovereign states. Some regions and Population values are missing.</a:t>
            </a:r>
          </a:p>
          <a:p xmlns:a="http://schemas.openxmlformats.org/drawingml/2006/main">
            <a:r>
              <a:t>Tableau chart types and construction: https://help.tableau.com/current/pro/desktop/en-us/dataview_examples.htm</a:t>
            </a:r>
          </a:p>
          <a:p xmlns:a="http://schemas.openxmlformats.org/drawingml/2006/main">
            <a:r>
              <a:t>https://help.tableau.com/current/pro/desktop/en-us/what_chart_example.htm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 chart shows Life Expectancy in Japan, China and India from 1960-2020, every decade. Year continuous on Columns, AVG(Life Expectancy) Rows, Country Color, Line marks. Convert Year to Dimension if Tableau initially treats it as a numeric measure. Area chart shows only Japan Population in millions; Year continuous Columns, SUM(Population) Rows, Area marks, Country filter Japan. A zero baseline is important for the filled area. Do not stack country life expectancy, which is not additive. Population values for Japan are present for every displayed year; do not silently fill missing values for other countries with zero.</a:t>
            </a:r>
          </a:p>
          <a:p xmlns:a="http://schemas.openxmlformats.org/drawingml/2006/main">
            <a:r>
              <a:t/>
            </a:r>
          </a:p>
          <a:p xmlns:a="http://schemas.openxmlformats.org/drawingml/2006/main">
            <a:r>
              <a:t>Data for slides 1-5: local course file data/gapminder/hans.csv. Snapshot is 2020, not current data. Histories use 1960-2020 at 10-year intervals. Exclude nonpositive Life Expectancy as invalid. Use the dataset GDP label without inventing its currency or per-capita definition. Country counts refer to the 197 distinct country records in this file, not an authoritative list of sovereign states. Some regions and Population values are missing.</a:t>
            </a:r>
          </a:p>
          <a:p xmlns:a="http://schemas.openxmlformats.org/drawingml/2006/main">
            <a:r>
              <a:t>Tableau chart types and construction: https://help.tableau.com/current/pro/desktop/en-us/dataview_examples.htm</a:t>
            </a:r>
          </a:p>
          <a:p xmlns:a="http://schemas.openxmlformats.org/drawingml/2006/main">
            <a:r>
              <a:t>https://help.tableau.com/current/pro/desktop/en-us/what_chart_example.htm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Histogram: positive Life Expectancy values in 2020, one value per country, bins of 10 years from 40 through 90. The highest interval includes 90 only if any values equal 90. Filter Year=2020 before binning. In Tableau, select Life Expectancy and Show Me &gt; Histogram; edit the bin size to 10. Box plot: show distribution of country Life Expectancy by named region in 2020. region on Columns, AVG(Life Expectancy) Rows, Country on Detail, then Show Me box-and-whisker plot (Desktop). Keep countries separate, otherwise there are only region averages. Boxes contain Q1 through Q3, line is median, whiskers reach observed values within 1.5 IQR, dots are outliers. Quartiles here use inclusive linear interpolation. Unknown region records are omitted only from the box plot.</a:t>
            </a:r>
          </a:p>
          <a:p xmlns:a="http://schemas.openxmlformats.org/drawingml/2006/main">
            <a:r>
              <a:t>https://help.tableau.com/current/pro/desktop/en-us/buildexamples_histogram.htm</a:t>
            </a:r>
          </a:p>
          <a:p xmlns:a="http://schemas.openxmlformats.org/drawingml/2006/main">
            <a:r>
              <a:t>https://help.tableau.com/current/pro/desktop/en-us/buildexamples_boxplot.htm</a:t>
            </a:r>
          </a:p>
          <a:p xmlns:a="http://schemas.openxmlformats.org/drawingml/2006/main">
            <a:r>
              <a:t/>
            </a:r>
          </a:p>
          <a:p xmlns:a="http://schemas.openxmlformats.org/drawingml/2006/main">
            <a:r>
              <a:t>Data for slides 1-5: local course file data/gapminder/hans.csv. Snapshot is 2020, not current data. Histories use 1960-2020 at 10-year intervals. Exclude nonpositive Life Expectancy as invalid. Use the dataset GDP label without inventing its currency or per-capita definition. Country counts refer to the 197 distinct country records in this file, not an authoritative list of sovereign states. Some regions and Population values are missing.</a:t>
            </a:r>
          </a:p>
          <a:p xmlns:a="http://schemas.openxmlformats.org/drawingml/2006/main">
            <a:r>
              <a:t>Tableau chart types and construction: https://help.tableau.com/current/pro/desktop/en-us/dataview_examples.htm</a:t>
            </a:r>
          </a:p>
          <a:p xmlns:a="http://schemas.openxmlformats.org/drawingml/2006/main">
            <a:r>
              <a:t>https://help.tableau.com/current/pro/desktop/en-us/what_chart_example.htm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Scatter plot: GDP and Life Expectancy in 2020, Country on Detail, positive values only, equal circle sizes. Linear GDP axis here; students can optionally choose a logarithmic GDP axis. Correlation is not evidence of causation. Highlight table: five countries by five decades, AVG(Life Expectancy) on Color and Label, Square marks. Use a common sequential color scale across all cells, fixed 40-90 years. Columns are 1980,1990,2000,2010,2020. This is a highlight table, distinct from a density heatmap.</a:t>
            </a:r>
          </a:p>
          <a:p xmlns:a="http://schemas.openxmlformats.org/drawingml/2006/main">
            <a:r>
              <a:t>https://help.tableau.com/current/pro/desktop/en-us/buildexamples_highlight.htm</a:t>
            </a:r>
          </a:p>
          <a:p xmlns:a="http://schemas.openxmlformats.org/drawingml/2006/main">
            <a:r>
              <a:t/>
            </a:r>
          </a:p>
          <a:p xmlns:a="http://schemas.openxmlformats.org/drawingml/2006/main">
            <a:r>
              <a:t>Data for slides 1-5: local course file data/gapminder/hans.csv. Snapshot is 2020, not current data. Histories use 1960-2020 at 10-year intervals. Exclude nonpositive Life Expectancy as invalid. Use the dataset GDP label without inventing its currency or per-capita definition. Country counts refer to the 197 distinct country records in this file, not an authoritative list of sovereign states. Some regions and Population values are missing.</a:t>
            </a:r>
          </a:p>
          <a:p xmlns:a="http://schemas.openxmlformats.org/drawingml/2006/main">
            <a:r>
              <a:t>Tableau chart types and construction: https://help.tableau.com/current/pro/desktop/en-us/dataview_examples.htm</a:t>
            </a:r>
          </a:p>
          <a:p xmlns:a="http://schemas.openxmlformats.org/drawingml/2006/main">
            <a:r>
              <a:t>https://help.tableau.com/current/pro/desktop/en-us/what_chart_example.htm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charts count countries by Life Expectancy band in 2020. Filter Year=2020 and Life Expectancy&gt;0, excluding nulls. Calculated field Life band: IF [Life Expectancy] &lt; 70 THEN "Under 70" ELSEIF [Life Expectancy] &lt; 80 THEN "70–79" ELSE "80+" END. Pie marks: Life band on Color, COUNTD(Country) on Angle. Put Life band and COUNTD(Country) on Label; add a second COUNTD(Country) to Label with Quick Table Calculation &gt; Percent of Total (compute over Life band). Treemap: Life band on Color and COUNTD(Country) on Size and Label. Sort counts descending. Counts: 97,68,29; total194. Percentages: 50.0%,35.1%,14.9%. Never sum life expectancy, or use incomplete Population as a total. These are country shares, not shares of people. Pie start angle/layout may differ by Tableau version.</a:t>
            </a:r>
          </a:p>
          <a:p xmlns:a="http://schemas.openxmlformats.org/drawingml/2006/main">
            <a:r>
              <a:t>https://help.tableau.com/current/pro/desktop/en-us/buildexamples_pie.htm</a:t>
            </a:r>
          </a:p>
          <a:p xmlns:a="http://schemas.openxmlformats.org/drawingml/2006/main">
            <a:r>
              <a:t>https://help.tableau.com/current/pro/desktop/en-us/buildexamples_treemap.htm</a:t>
            </a:r>
          </a:p>
          <a:p xmlns:a="http://schemas.openxmlformats.org/drawingml/2006/main">
            <a:r>
              <a:t/>
            </a:r>
          </a:p>
          <a:p xmlns:a="http://schemas.openxmlformats.org/drawingml/2006/main">
            <a:r>
              <a:t>Data for slides 1-5: local course file data/gapminder/hans.csv. Snapshot is 2020, not current data. Histories use 1960-2020 at 10-year intervals. Exclude nonpositive Life Expectancy as invalid. Use the dataset GDP label without inventing its currency or per-capita definition. Country counts refer to the 197 distinct country records in this file, not an authoritative list of sovereign states. Some regions and Population values are missing.</a:t>
            </a:r>
          </a:p>
          <a:p xmlns:a="http://schemas.openxmlformats.org/drawingml/2006/main">
            <a:r>
              <a:t>Tableau chart types and construction: https://help.tableau.com/current/pro/desktop/en-us/dataview_examples.htm</a:t>
            </a:r>
          </a:p>
          <a:p xmlns:a="http://schemas.openxmlformats.org/drawingml/2006/main">
            <a:r>
              <a:t>https://help.tableau.com/current/pro/desktop/en-us/what_chart_example.htm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Tableau documentation examples, not hans.csv data. Left: proportional symbol map of earthquake locations and magnitude. Right: filled (choropleth) US choropleth map. Symbol size can encode a quantity at a location; a filled map colors geographic areas, often using rates or ratios. For a hans.csv variation, set Country geographic role Country/Region, filter Year=2020, use AVG(Life Expectancy) on Color and Map marks. Check unmatched country names. Do not use incomplete Population values as if all countries had values.</a:t>
            </a:r>
          </a:p>
          <a:p xmlns:a="http://schemas.openxmlformats.org/drawingml/2006/main">
            <a:r>
              <a:t>Image sources and original map examples: https://help.tableau.com/current/pro/desktop/en-us/maps_build.htm</a:t>
            </a:r>
          </a:p>
          <a:p xmlns:a="http://schemas.openxmlformats.org/drawingml/2006/main">
            <a:r>
              <a:t>https://help.tableau.com/current/pro/desktop/en-us/Img/maps_symbol6.png</a:t>
            </a:r>
          </a:p>
          <a:p xmlns:a="http://schemas.openxmlformats.org/drawingml/2006/main">
            <a:r>
              <a:t>https://help.tableau.com/current/pro/desktop/en-us/Img/choropleth_maps1.png</a:t>
            </a:r>
          </a:p>
          <a:p xmlns:a="http://schemas.openxmlformats.org/drawingml/2006/main">
            <a:r>
              <a:t/>
            </a:r>
          </a:p>
          <a:p xmlns:a="http://schemas.openxmlformats.org/drawingml/2006/main">
            <a:r>
              <a:t>Data for slides 1-5: local course file data/gapminder/hans.csv. Snapshot is 2020, not current data. Histories use 1960-2020 at 10-year intervals. Exclude nonpositive Life Expectancy as invalid. Use the dataset GDP label without inventing its currency or per-capita definition. Country counts refer to the 197 distinct country records in this file, not an authoritative list of sovereign states. Some regions and Population values are missing.</a:t>
            </a:r>
          </a:p>
          <a:p xmlns:a="http://schemas.openxmlformats.org/drawingml/2006/main">
            <a:r>
              <a:t>Tableau chart types and construction: https://help.tableau.com/current/pro/desktop/en-us/dataview_examples.htm</a:t>
            </a:r>
          </a:p>
          <a:p xmlns:a="http://schemas.openxmlformats.org/drawingml/2006/main">
            <a:r>
              <a:t>https://help.tableau.com/current/pro/desktop/en-us/what_chart_example.htm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047f6e7aa74f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7c6facd04842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b754e506f64c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729aadbb1549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c378a3febc49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26dc0ca84e4c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259782-0733-44CF-892A-6AAD66BDFE1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AA877E-2370-4089-B784-8DFA5533B5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D7C478-8ADE-40BA-8455-0FAD50EC13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F96908-45AC-4E56-B76E-FB5D990CE0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27D56E-E0C4-46C7-B191-9EE144A450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DA7C0BF-C0D7-4662-B519-580D700AD0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E5F1B1-1A3A-4660-B54D-5E6E1DAF29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BE20597-B6BF-4116-B370-322AFFD2AE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98875E-98A5-4900-BCC5-BB19772F9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FFC17C-F20E-4200-9594-7AE05E9B5A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b157b59ba74701" /><Relationship Type="http://schemas.openxmlformats.org/officeDocument/2006/relationships/slideLayout" Target="/ppt/slideLayouts/slideLayout1.xml" Id="R8e23da75ce7a4fa6" /><Relationship Type="http://schemas.openxmlformats.org/officeDocument/2006/relationships/slideLayout" Target="/ppt/slideLayouts/slideLayout2.xml" Id="R8935d7d83ef044c4" /><Relationship Type="http://schemas.openxmlformats.org/officeDocument/2006/relationships/slideLayout" Target="/ppt/slideLayouts/slideLayout3.xml" Id="R307a93584657496c" /><Relationship Type="http://schemas.openxmlformats.org/officeDocument/2006/relationships/slideLayout" Target="/ppt/slideLayouts/slideLayout4.xml" Id="Rac18f910545e4a5b" /><Relationship Type="http://schemas.openxmlformats.org/officeDocument/2006/relationships/slideLayout" Target="/ppt/slideLayouts/slideLayout5.xml" Id="R5552b87ecb364002" /><Relationship Type="http://schemas.openxmlformats.org/officeDocument/2006/relationships/slideLayout" Target="/ppt/slideLayouts/slideLayout6.xml" Id="R0bfe061c4e8c43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23da75ce7a4fa6"/>
    <p:sldLayoutId xmlns:r="http://schemas.openxmlformats.org/officeDocument/2006/relationships" id="2147483650" r:id="R8935d7d83ef044c4"/>
    <p:sldLayoutId xmlns:r="http://schemas.openxmlformats.org/officeDocument/2006/relationships" id="2147483651" r:id="R307a93584657496c"/>
    <p:sldLayoutId xmlns:r="http://schemas.openxmlformats.org/officeDocument/2006/relationships" id="2147483652" r:id="Rac18f910545e4a5b"/>
    <p:sldLayoutId xmlns:r="http://schemas.openxmlformats.org/officeDocument/2006/relationships" id="2147483653" r:id="R5552b87ecb364002"/>
    <p:sldLayoutId xmlns:r="http://schemas.openxmlformats.org/officeDocument/2006/relationships" id="2147483654" r:id="R0bfe061c4e8c43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b701e467804d4f" /><Relationship Type="http://schemas.openxmlformats.org/officeDocument/2006/relationships/chart" Target="/ppt/slides/charts/chart1.xml" Id="Rcdcce7df17304594" /><Relationship Type="http://schemas.openxmlformats.org/officeDocument/2006/relationships/chart" Target="/ppt/slides/charts/chart2.xml" Id="R3486b09748524c42" /><Relationship Type="http://schemas.openxmlformats.org/officeDocument/2006/relationships/notesSlide" Target="/ppt/notesSlides/notesSlide1.xml" Id="R1604bdbda75f43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bbd1ae3b8b24f92" /><Relationship Type="http://schemas.openxmlformats.org/officeDocument/2006/relationships/chart" Target="/ppt/slides/charts/chart3.xml" Id="R1b74407e880a49ae" /><Relationship Type="http://schemas.openxmlformats.org/officeDocument/2006/relationships/chart" Target="/ppt/slides/charts/chart4.xml" Id="Re38ddd6924b64290" /><Relationship Type="http://schemas.openxmlformats.org/officeDocument/2006/relationships/notesSlide" Target="/ppt/notesSlides/notesSlide2.xml" Id="R0e47c3bc5df049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141e9d29c1146ea" /><Relationship Type="http://schemas.openxmlformats.org/officeDocument/2006/relationships/chart" Target="/ppt/slides/charts/chart5.xml" Id="Re4fcc5753da14944" /><Relationship Type="http://schemas.openxmlformats.org/officeDocument/2006/relationships/notesSlide" Target="/ppt/notesSlides/notesSlide3.xml" Id="Ra985b5cd576149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b84838304d445c" /><Relationship Type="http://schemas.openxmlformats.org/officeDocument/2006/relationships/chart" Target="/ppt/slides/charts/chart6.xml" Id="Rb9a42f57ca1f4ea2" /><Relationship Type="http://schemas.openxmlformats.org/officeDocument/2006/relationships/notesSlide" Target="/ppt/notesSlides/notesSlide4.xml" Id="R7380b1b9c5fd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29f112a3514745" /><Relationship Type="http://schemas.openxmlformats.org/officeDocument/2006/relationships/chart" Target="/ppt/slides/charts/chart7.xml" Id="R985a7a4115bf45dc" /><Relationship Type="http://schemas.openxmlformats.org/officeDocument/2006/relationships/notesSlide" Target="/ppt/notesSlides/notesSlide5.xml" Id="R754ae11823204d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35a8037f6b4014" /><Relationship Type="http://schemas.openxmlformats.org/officeDocument/2006/relationships/image" Target="/ppt/media/image.png" Id="Rbdad446b83d44d1f" /><Relationship Type="http://schemas.openxmlformats.org/officeDocument/2006/relationships/image" Target="/ppt/media/image2.png" Id="Rdb2b00a057e14391" /><Relationship Type="http://schemas.openxmlformats.org/officeDocument/2006/relationships/notesSlide" Target="/ppt/notesSlides/notesSlide6.xml" Id="R73a76f7f9438434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Life Expectancy</c:v>
          </c:tx>
          <c:spPr>
            <a:solidFill xmlns:a="http://schemas.openxmlformats.org/drawingml/2006/main">
              <a:srgbClr val="B23C50"/>
            </a:solidFill>
          </c:spPr>
          <c:invertIfNegative val="0"/>
          <c:cat>
            <c:strRef>
              <c:f>'Chart Data'!$A$2:$A$6</c:f>
              <c:strCache>
                <c:ptCount val="5"/>
                <c:pt idx="0">
                  <c:v>India</c:v>
                </c:pt>
                <c:pt idx="1">
                  <c:v>Brazil</c:v>
                </c:pt>
                <c:pt idx="2">
                  <c:v>China</c:v>
                </c:pt>
                <c:pt idx="3">
                  <c:v>Germany</c:v>
                </c:pt>
                <c:pt idx="4">
                  <c:v>Japan</c:v>
                </c:pt>
              </c:strCache>
            </c:strRef>
          </c:cat>
          <c:val>
            <c:numRef>
              <c:f>'Chart Data'!$B$2:$B$6</c:f>
              <c:numCache>
                <c:formatCode>General</c:formatCode>
                <c:ptCount val="5"/>
                <c:pt idx="0">
                  <c:v>70</c:v>
                </c:pt>
                <c:pt idx="1">
                  <c:v>74</c:v>
                </c:pt>
                <c:pt idx="2">
                  <c:v>77</c:v>
                </c:pt>
                <c:pt idx="3">
                  <c:v>80</c:v>
                </c:pt>
                <c:pt idx="4">
                  <c:v>85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38332E"/>
                  </a:solidFill>
                  <a:latin typeface="Ubuntu Condensed"/>
                  <a:ea typeface="Ubuntu Condensed"/>
                  <a:cs typeface="Ubuntu Condensed"/>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crossAx val="48672768"/>
      </c:catAx>
      <c:valAx>
        <c:axId val="48672768"/>
        <c:scaling>
          <c:orientation val="minMax"/>
          <c:max val="90"/>
          <c:min val="0"/>
        </c:scaling>
        <c:delete val="0"/>
        <c:axPos val="b"/>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crossBetween val="between"/>
        <c:majorUnit val="3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Life Expectancy</c:v>
          </c:tx>
          <c:spPr>
            <a:ln xmlns:a="http://schemas.openxmlformats.org/drawingml/2006/main" w="0">
              <a:noFill/>
            </a:ln>
          </c:spPr>
          <c:marker>
            <c:symbol val="circle"/>
            <c:size val="14"/>
            <c:spPr>
              <a:solidFill xmlns:a="http://schemas.openxmlformats.org/drawingml/2006/main">
                <a:srgbClr val="C18A34"/>
              </a:solidFill>
            </c:spPr>
          </c:marker>
          <c:dLbls>
            <c:dLbl>
              <c:idx val="0"/>
              <c:tx>
                <c:rich>
                  <a:bodyPr xmlns:a="http://schemas.openxmlformats.org/drawingml/2006/main"/>
                  <a:lstStyle xmlns:a="http://schemas.openxmlformats.org/drawingml/2006/main"/>
                  <a:p xmlns:a="http://schemas.openxmlformats.org/drawingml/2006/main">
                    <a:r>
                      <a:rPr sz="1650">
                        <a:solidFill>
                          <a:srgbClr val="38332E"/>
                        </a:solidFill>
                        <a:latin typeface="Ubuntu Condensed"/>
                        <a:ea typeface="Ubuntu Condensed"/>
                        <a:cs typeface="Ubuntu Condensed"/>
                      </a:rPr>
                      <a:t>Japan</a:t>
                    </a:r>
                  </a:p>
                </c:rich>
              </c:tx>
              <c:txPr>
                <a:bodyPr xmlns:a="http://schemas.openxmlformats.org/drawingml/2006/main" anchorCtr="1"/>
                <a:lstStyle xmlns:a="http://schemas.openxmlformats.org/drawingml/2006/main"/>
                <a:p xmlns:a="http://schemas.openxmlformats.org/drawingml/2006/main">
                  <a:pPr>
                    <a:defRPr sz="1650">
                      <a:solidFill>
                        <a:srgbClr val="38332E"/>
                      </a:solidFill>
                      <a:latin typeface="Ubuntu Condensed"/>
                      <a:ea typeface="Ubuntu Condensed"/>
                      <a:cs typeface="Ubuntu Condensed"/>
                    </a:defRPr>
                  </a:pPr>
                </a:p>
              </c:txPr>
              <c:dLblPos val="l"/>
              <c:showVal val="0"/>
            </c:dLbl>
            <c:dLbl>
              <c:idx val="1"/>
              <c:tx>
                <c:rich>
                  <a:bodyPr xmlns:a="http://schemas.openxmlformats.org/drawingml/2006/main"/>
                  <a:lstStyle xmlns:a="http://schemas.openxmlformats.org/drawingml/2006/main"/>
                  <a:p xmlns:a="http://schemas.openxmlformats.org/drawingml/2006/main">
                    <a:r>
                      <a:rPr sz="1650">
                        <a:solidFill>
                          <a:srgbClr val="38332E"/>
                        </a:solidFill>
                        <a:latin typeface="Ubuntu Condensed"/>
                        <a:ea typeface="Ubuntu Condensed"/>
                        <a:cs typeface="Ubuntu Condensed"/>
                      </a:rPr>
                      <a:t>Germany</a:t>
                    </a:r>
                  </a:p>
                </c:rich>
              </c:tx>
              <c:txPr>
                <a:bodyPr xmlns:a="http://schemas.openxmlformats.org/drawingml/2006/main" anchorCtr="1"/>
                <a:lstStyle xmlns:a="http://schemas.openxmlformats.org/drawingml/2006/main"/>
                <a:p xmlns:a="http://schemas.openxmlformats.org/drawingml/2006/main">
                  <a:pPr>
                    <a:defRPr sz="1650">
                      <a:solidFill>
                        <a:srgbClr val="38332E"/>
                      </a:solidFill>
                      <a:latin typeface="Ubuntu Condensed"/>
                      <a:ea typeface="Ubuntu Condensed"/>
                      <a:cs typeface="Ubuntu Condensed"/>
                    </a:defRPr>
                  </a:pPr>
                </a:p>
              </c:txPr>
              <c:dLblPos val="l"/>
              <c:showVal val="0"/>
            </c:dLbl>
            <c:dLbl>
              <c:idx val="2"/>
              <c:tx>
                <c:rich>
                  <a:bodyPr xmlns:a="http://schemas.openxmlformats.org/drawingml/2006/main"/>
                  <a:lstStyle xmlns:a="http://schemas.openxmlformats.org/drawingml/2006/main"/>
                  <a:p xmlns:a="http://schemas.openxmlformats.org/drawingml/2006/main">
                    <a:r>
                      <a:rPr sz="1650">
                        <a:solidFill>
                          <a:srgbClr val="38332E"/>
                        </a:solidFill>
                        <a:latin typeface="Ubuntu Condensed"/>
                        <a:ea typeface="Ubuntu Condensed"/>
                        <a:cs typeface="Ubuntu Condensed"/>
                      </a:rPr>
                      <a:t>China</a:t>
                    </a:r>
                  </a:p>
                </c:rich>
              </c:tx>
              <c:txPr>
                <a:bodyPr xmlns:a="http://schemas.openxmlformats.org/drawingml/2006/main" anchorCtr="1"/>
                <a:lstStyle xmlns:a="http://schemas.openxmlformats.org/drawingml/2006/main"/>
                <a:p xmlns:a="http://schemas.openxmlformats.org/drawingml/2006/main">
                  <a:pPr>
                    <a:defRPr sz="1650">
                      <a:solidFill>
                        <a:srgbClr val="38332E"/>
                      </a:solidFill>
                      <a:latin typeface="Ubuntu Condensed"/>
                      <a:ea typeface="Ubuntu Condensed"/>
                      <a:cs typeface="Ubuntu Condensed"/>
                    </a:defRPr>
                  </a:pPr>
                </a:p>
              </c:txPr>
              <c:dLblPos val="l"/>
              <c:showVal val="0"/>
            </c:dLbl>
            <c:dLbl>
              <c:idx val="3"/>
              <c:tx>
                <c:rich>
                  <a:bodyPr xmlns:a="http://schemas.openxmlformats.org/drawingml/2006/main"/>
                  <a:lstStyle xmlns:a="http://schemas.openxmlformats.org/drawingml/2006/main"/>
                  <a:p xmlns:a="http://schemas.openxmlformats.org/drawingml/2006/main">
                    <a:r>
                      <a:rPr sz="1650">
                        <a:solidFill>
                          <a:srgbClr val="38332E"/>
                        </a:solidFill>
                        <a:latin typeface="Ubuntu Condensed"/>
                        <a:ea typeface="Ubuntu Condensed"/>
                        <a:cs typeface="Ubuntu Condensed"/>
                      </a:rPr>
                      <a:t>Brazil</a:t>
                    </a:r>
                  </a:p>
                </c:rich>
              </c:tx>
              <c:txPr>
                <a:bodyPr xmlns:a="http://schemas.openxmlformats.org/drawingml/2006/main" anchorCtr="1"/>
                <a:lstStyle xmlns:a="http://schemas.openxmlformats.org/drawingml/2006/main"/>
                <a:p xmlns:a="http://schemas.openxmlformats.org/drawingml/2006/main">
                  <a:pPr>
                    <a:defRPr sz="1650">
                      <a:solidFill>
                        <a:srgbClr val="38332E"/>
                      </a:solidFill>
                      <a:latin typeface="Ubuntu Condensed"/>
                      <a:ea typeface="Ubuntu Condensed"/>
                      <a:cs typeface="Ubuntu Condensed"/>
                    </a:defRPr>
                  </a:pPr>
                </a:p>
              </c:txPr>
              <c:dLblPos val="l"/>
              <c:showVal val="0"/>
            </c:dLbl>
            <c:dLbl>
              <c:idx val="4"/>
              <c:tx>
                <c:rich>
                  <a:bodyPr xmlns:a="http://schemas.openxmlformats.org/drawingml/2006/main"/>
                  <a:lstStyle xmlns:a="http://schemas.openxmlformats.org/drawingml/2006/main"/>
                  <a:p xmlns:a="http://schemas.openxmlformats.org/drawingml/2006/main">
                    <a:r>
                      <a:rPr sz="1650">
                        <a:solidFill>
                          <a:srgbClr val="38332E"/>
                        </a:solidFill>
                        <a:latin typeface="Ubuntu Condensed"/>
                        <a:ea typeface="Ubuntu Condensed"/>
                        <a:cs typeface="Ubuntu Condensed"/>
                      </a:rPr>
                      <a:t>India</a:t>
                    </a:r>
                  </a:p>
                </c:rich>
              </c:tx>
              <c:txPr>
                <a:bodyPr xmlns:a="http://schemas.openxmlformats.org/drawingml/2006/main" anchorCtr="1"/>
                <a:lstStyle xmlns:a="http://schemas.openxmlformats.org/drawingml/2006/main"/>
                <a:p xmlns:a="http://schemas.openxmlformats.org/drawingml/2006/main">
                  <a:pPr>
                    <a:defRPr sz="1650">
                      <a:solidFill>
                        <a:srgbClr val="38332E"/>
                      </a:solidFill>
                      <a:latin typeface="Ubuntu Condensed"/>
                      <a:ea typeface="Ubuntu Condensed"/>
                      <a:cs typeface="Ubuntu Condensed"/>
                    </a:defRPr>
                  </a:pPr>
                </a:p>
              </c:txPr>
              <c:dLblPos val="l"/>
              <c:showVal val="0"/>
            </c:dLbl>
          </c:dLbls>
          <c:xVal>
            <c:numRef>
              <c:f>'Chart Data'!$A$2:$A$6</c:f>
              <c:numCache>
                <c:formatCode>General</c:formatCode>
                <c:ptCount val="5"/>
                <c:pt idx="0">
                  <c:v>85</c:v>
                </c:pt>
                <c:pt idx="1">
                  <c:v>80</c:v>
                </c:pt>
                <c:pt idx="2">
                  <c:v>77</c:v>
                </c:pt>
                <c:pt idx="3">
                  <c:v>74</c:v>
                </c:pt>
                <c:pt idx="4">
                  <c:v>70</c:v>
                </c:pt>
              </c:numCache>
            </c:numRef>
          </c:xVal>
          <c:yVal>
            <c:numRef>
              <c:f>'Chart Data'!$B$2:$B$6</c:f>
              <c:numCache>
                <c:formatCode>General</c:formatCode>
                <c:ptCount val="5"/>
                <c:pt idx="0">
                  <c:v>5</c:v>
                </c:pt>
                <c:pt idx="1">
                  <c:v>4</c:v>
                </c:pt>
                <c:pt idx="2">
                  <c:v>3</c:v>
                </c:pt>
                <c:pt idx="3">
                  <c:v>2</c:v>
                </c:pt>
                <c:pt idx="4">
                  <c:v>1</c:v>
                </c:pt>
              </c:numCache>
            </c:numRef>
          </c:y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Ubuntu Condensed"/>
                <a:ea typeface="Ubuntu Condensed"/>
                <a:cs typeface="Ubuntu Condensed"/>
              </a:defRPr>
            </a:pPr>
          </a:p>
        </c:txPr>
        <c:crossAx val="48650112"/>
      </c:valAx>
      <c:valAx>
        <c:axId val="48650112"/>
        <c:scaling>
          <c:orientation val="minMax"/>
          <c:max val="90"/>
          <c:min val="60"/>
        </c:scaling>
        <c:delete val="0"/>
        <c:axPos val="b"/>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72768"/>
        <c:majorUnit val="1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Japan</c:v>
          </c:tx>
          <c:spPr>
            <a:ln xmlns:a="http://schemas.openxmlformats.org/drawingml/2006/main" w="28575">
              <a:solidFill>
                <a:srgbClr val="B23C50"/>
              </a:solidFill>
            </a:ln>
          </c:spPr>
          <c:marker>
            <c:symbol val="none"/>
          </c:marker>
          <c:cat>
            <c:numRef>
              <c:f>'Chart Data'!$A$2:$A$8</c:f>
              <c:numCache>
                <c:formatCode>General</c:formatCode>
                <c:ptCount val="7"/>
                <c:pt idx="0">
                  <c:v>1960</c:v>
                </c:pt>
                <c:pt idx="1">
                  <c:v>1970</c:v>
                </c:pt>
                <c:pt idx="2">
                  <c:v>1980</c:v>
                </c:pt>
                <c:pt idx="3">
                  <c:v>1990</c:v>
                </c:pt>
                <c:pt idx="4">
                  <c:v>2000</c:v>
                </c:pt>
                <c:pt idx="5">
                  <c:v>2010</c:v>
                </c:pt>
                <c:pt idx="6">
                  <c:v>2020</c:v>
                </c:pt>
              </c:numCache>
            </c:numRef>
          </c:cat>
          <c:val>
            <c:numRef>
              <c:f>'Chart Data'!$B$2:$B$8</c:f>
              <c:numCache>
                <c:formatCode>General</c:formatCode>
                <c:ptCount val="7"/>
                <c:pt idx="0">
                  <c:v>68</c:v>
                </c:pt>
                <c:pt idx="1">
                  <c:v>72</c:v>
                </c:pt>
                <c:pt idx="2">
                  <c:v>76</c:v>
                </c:pt>
                <c:pt idx="3">
                  <c:v>79</c:v>
                </c:pt>
                <c:pt idx="4">
                  <c:v>81</c:v>
                </c:pt>
                <c:pt idx="5">
                  <c:v>83</c:v>
                </c:pt>
                <c:pt idx="6">
                  <c:v>85</c:v>
                </c:pt>
              </c:numCache>
            </c:numRef>
          </c:val>
          <c:smooth val="0"/>
        </c:ser>
        <c:ser>
          <c:idx val="1"/>
          <c:order val="1"/>
          <c:tx>
            <c:v>China</c:v>
          </c:tx>
          <c:spPr>
            <a:ln xmlns:a="http://schemas.openxmlformats.org/drawingml/2006/main" w="28575">
              <a:solidFill>
                <a:srgbClr val="C18A34"/>
              </a:solidFill>
            </a:ln>
          </c:spPr>
          <c:marker>
            <c:symbol val="none"/>
          </c:marker>
          <c:cat>
            <c:numRef>
              <c:f>'Chart Data'!$C$2:$C$8</c:f>
              <c:numCache>
                <c:formatCode>General</c:formatCode>
                <c:ptCount val="7"/>
                <c:pt idx="0">
                  <c:v>1960</c:v>
                </c:pt>
                <c:pt idx="1">
                  <c:v>1970</c:v>
                </c:pt>
                <c:pt idx="2">
                  <c:v>1980</c:v>
                </c:pt>
                <c:pt idx="3">
                  <c:v>1990</c:v>
                </c:pt>
                <c:pt idx="4">
                  <c:v>2000</c:v>
                </c:pt>
                <c:pt idx="5">
                  <c:v>2010</c:v>
                </c:pt>
                <c:pt idx="6">
                  <c:v>2020</c:v>
                </c:pt>
              </c:numCache>
            </c:numRef>
          </c:cat>
          <c:val>
            <c:numRef>
              <c:f>'Chart Data'!$D$2:$D$8</c:f>
              <c:numCache>
                <c:formatCode>General</c:formatCode>
                <c:ptCount val="7"/>
                <c:pt idx="0">
                  <c:v>27</c:v>
                </c:pt>
                <c:pt idx="1">
                  <c:v>60</c:v>
                </c:pt>
                <c:pt idx="2">
                  <c:v>64</c:v>
                </c:pt>
                <c:pt idx="3">
                  <c:v>68</c:v>
                </c:pt>
                <c:pt idx="4">
                  <c:v>71</c:v>
                </c:pt>
                <c:pt idx="5">
                  <c:v>74</c:v>
                </c:pt>
                <c:pt idx="6">
                  <c:v>77</c:v>
                </c:pt>
              </c:numCache>
            </c:numRef>
          </c:val>
          <c:smooth val="0"/>
        </c:ser>
        <c:ser>
          <c:idx val="2"/>
          <c:order val="2"/>
          <c:tx>
            <c:v>India</c:v>
          </c:tx>
          <c:spPr>
            <a:ln xmlns:a="http://schemas.openxmlformats.org/drawingml/2006/main" w="28575">
              <a:solidFill>
                <a:srgbClr val="457985"/>
              </a:solidFill>
            </a:ln>
          </c:spPr>
          <c:marker>
            <c:symbol val="none"/>
          </c:marker>
          <c:cat>
            <c:numRef>
              <c:f>'Chart Data'!$E$2:$E$8</c:f>
              <c:numCache>
                <c:formatCode>General</c:formatCode>
                <c:ptCount val="7"/>
                <c:pt idx="0">
                  <c:v>1960</c:v>
                </c:pt>
                <c:pt idx="1">
                  <c:v>1970</c:v>
                </c:pt>
                <c:pt idx="2">
                  <c:v>1980</c:v>
                </c:pt>
                <c:pt idx="3">
                  <c:v>1990</c:v>
                </c:pt>
                <c:pt idx="4">
                  <c:v>2000</c:v>
                </c:pt>
                <c:pt idx="5">
                  <c:v>2010</c:v>
                </c:pt>
                <c:pt idx="6">
                  <c:v>2020</c:v>
                </c:pt>
              </c:numCache>
            </c:numRef>
          </c:cat>
          <c:val>
            <c:numRef>
              <c:f>'Chart Data'!$F$2:$F$8</c:f>
              <c:numCache>
                <c:formatCode>General</c:formatCode>
                <c:ptCount val="7"/>
                <c:pt idx="0">
                  <c:v>45</c:v>
                </c:pt>
                <c:pt idx="1">
                  <c:v>49</c:v>
                </c:pt>
                <c:pt idx="2">
                  <c:v>55</c:v>
                </c:pt>
                <c:pt idx="3">
                  <c:v>59</c:v>
                </c:pt>
                <c:pt idx="4">
                  <c:v>62</c:v>
                </c:pt>
                <c:pt idx="5">
                  <c:v>67</c:v>
                </c:pt>
                <c:pt idx="6">
                  <c:v>70</c:v>
                </c:pt>
              </c:numCache>
            </c:numRef>
          </c:val>
          <c:smooth val="0"/>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81796F"/>
                </a:solidFill>
                <a:latin typeface="Ubuntu Condensed"/>
                <a:ea typeface="Ubuntu Condensed"/>
                <a:cs typeface="Ubuntu Condensed"/>
              </a:defRPr>
            </a:pPr>
          </a:p>
        </c:txPr>
        <c:crossAx val="48672768"/>
      </c:catAx>
      <c:valAx>
        <c:axId val="48672768"/>
        <c:scaling>
          <c:orientation val="minMax"/>
          <c:max val="90"/>
          <c:min val="2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crossBetween val="between"/>
        <c:majorUnit val="20"/>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legend>
    <c:plotVisOnly val="1"/>
  </c:chart>
  <c:spPr>
    <a:noFill xmlns:a="http://schemas.openxmlformats.org/drawingml/2006/mai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areaChart>
        <c:ser>
          <c:idx val="0"/>
          <c:order val="0"/>
          <c:tx>
            <c:v>Japan</c:v>
          </c:tx>
          <c:spPr>
            <a:solidFill xmlns:a="http://schemas.openxmlformats.org/drawingml/2006/main">
              <a:srgbClr val="C18A34"/>
            </a:solidFill>
            <a:ln xmlns:a="http://schemas.openxmlformats.org/drawingml/2006/main" w="19050">
              <a:solidFill>
                <a:srgbClr val="C18A34"/>
              </a:solidFill>
            </a:ln>
          </c:spPr>
          <c:cat>
            <c:numRef>
              <c:f>'Chart Data'!$A$2:$A$8</c:f>
              <c:numCache>
                <c:formatCode>General</c:formatCode>
                <c:ptCount val="7"/>
                <c:pt idx="0">
                  <c:v>1960</c:v>
                </c:pt>
                <c:pt idx="1">
                  <c:v>1970</c:v>
                </c:pt>
                <c:pt idx="2">
                  <c:v>1980</c:v>
                </c:pt>
                <c:pt idx="3">
                  <c:v>1990</c:v>
                </c:pt>
                <c:pt idx="4">
                  <c:v>2000</c:v>
                </c:pt>
                <c:pt idx="5">
                  <c:v>2010</c:v>
                </c:pt>
                <c:pt idx="6">
                  <c:v>2020</c:v>
                </c:pt>
              </c:numCache>
            </c:numRef>
          </c:cat>
          <c:val>
            <c:numRef>
              <c:f>'Chart Data'!$B$2:$B$8</c:f>
              <c:numCache>
                <c:formatCode>General</c:formatCode>
                <c:ptCount val="7"/>
                <c:pt idx="0">
                  <c:v>96.4</c:v>
                </c:pt>
                <c:pt idx="1">
                  <c:v>107</c:v>
                </c:pt>
                <c:pt idx="2">
                  <c:v>118</c:v>
                </c:pt>
                <c:pt idx="3">
                  <c:v>123</c:v>
                </c:pt>
                <c:pt idx="4">
                  <c:v>127</c:v>
                </c:pt>
                <c:pt idx="5">
                  <c:v>128</c:v>
                </c:pt>
                <c:pt idx="6">
                  <c:v>126</c:v>
                </c:pt>
              </c:numCache>
            </c:numRef>
          </c: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area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81796F"/>
                </a:solidFill>
                <a:latin typeface="Ubuntu Condensed"/>
                <a:ea typeface="Ubuntu Condensed"/>
                <a:cs typeface="Ubuntu Condensed"/>
              </a:defRPr>
            </a:pPr>
          </a:p>
        </c:txPr>
        <c:crossAx val="48672768"/>
      </c:catAx>
      <c:valAx>
        <c:axId val="48672768"/>
        <c:scaling>
          <c:orientation val="minMax"/>
          <c:max val="150"/>
          <c:min val="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Millions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crossBetween val="between"/>
        <c:majorUnit val="5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Countries</c:v>
          </c:tx>
          <c:spPr>
            <a:solidFill xmlns:a="http://schemas.openxmlformats.org/drawingml/2006/main">
              <a:srgbClr val="B23C50"/>
            </a:solidFill>
          </c:spPr>
          <c:invertIfNegative val="0"/>
          <c:cat>
            <c:strRef>
              <c:f>'Chart Data'!$A$2:$A$6</c:f>
              <c:strCache>
                <c:ptCount val="5"/>
                <c:pt idx="0">
                  <c:v>40–49</c:v>
                </c:pt>
                <c:pt idx="1">
                  <c:v>50–59</c:v>
                </c:pt>
                <c:pt idx="2">
                  <c:v>60–69</c:v>
                </c:pt>
                <c:pt idx="3">
                  <c:v>70–79</c:v>
                </c:pt>
                <c:pt idx="4">
                  <c:v>80–89</c:v>
                </c:pt>
              </c:strCache>
            </c:strRef>
          </c:cat>
          <c:val>
            <c:numRef>
              <c:f>'Chart Data'!$B$2:$B$6</c:f>
              <c:numCache>
                <c:formatCode>General</c:formatCode>
                <c:ptCount val="5"/>
                <c:pt idx="0">
                  <c:v>0</c:v>
                </c:pt>
                <c:pt idx="1">
                  <c:v>7</c:v>
                </c:pt>
                <c:pt idx="2">
                  <c:v>61</c:v>
                </c:pt>
                <c:pt idx="3">
                  <c:v>97</c:v>
                </c:pt>
                <c:pt idx="4">
                  <c:v>29</c:v>
                </c:pt>
              </c:numCache>
            </c:numRef>
          </c: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Life Expectancy (years)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72768"/>
      </c:catAx>
      <c:valAx>
        <c:axId val="48672768"/>
        <c:scaling>
          <c:orientation val="minMax"/>
          <c:max val="100"/>
          <c:min val="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Countries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crossBetween val="between"/>
        <c:majorUnit val="25"/>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Countries</c:v>
          </c:tx>
          <c:spPr>
            <a:ln xmlns:a="http://schemas.openxmlformats.org/drawingml/2006/main" w="0">
              <a:noFill/>
            </a:ln>
          </c:spPr>
          <c:marker>
            <c:symbol val="circle"/>
            <c:size val="7"/>
            <c:spPr>
              <a:solidFill xmlns:a="http://schemas.openxmlformats.org/drawingml/2006/main">
                <a:srgbClr val="B23C50"/>
              </a:solidFill>
            </c:spPr>
          </c:marker>
          <c:xVal>
            <c:numRef>
              <c:f>'Chart Data'!$A$2:$A$195</c:f>
              <c:numCache>
                <c:formatCode>General</c:formatCode>
                <c:ptCount val="194"/>
                <c:pt idx="0">
                  <c:v>1970</c:v>
                </c:pt>
                <c:pt idx="1">
                  <c:v>13300</c:v>
                </c:pt>
                <c:pt idx="2">
                  <c:v>10800</c:v>
                </c:pt>
                <c:pt idx="3">
                  <c:v>49700</c:v>
                </c:pt>
                <c:pt idx="4">
                  <c:v>6030</c:v>
                </c:pt>
                <c:pt idx="5">
                  <c:v>18500</c:v>
                </c:pt>
                <c:pt idx="6">
                  <c:v>19600</c:v>
                </c:pt>
                <c:pt idx="7">
                  <c:v>13300</c:v>
                </c:pt>
                <c:pt idx="8">
                  <c:v>48800</c:v>
                </c:pt>
                <c:pt idx="9">
                  <c:v>52100</c:v>
                </c:pt>
                <c:pt idx="10">
                  <c:v>13700</c:v>
                </c:pt>
                <c:pt idx="11">
                  <c:v>26100</c:v>
                </c:pt>
                <c:pt idx="12">
                  <c:v>48000</c:v>
                </c:pt>
                <c:pt idx="13">
                  <c:v>5590</c:v>
                </c:pt>
                <c:pt idx="14">
                  <c:v>13900</c:v>
                </c:pt>
                <c:pt idx="15">
                  <c:v>19200</c:v>
                </c:pt>
                <c:pt idx="16">
                  <c:v>48700</c:v>
                </c:pt>
                <c:pt idx="17">
                  <c:v>7530</c:v>
                </c:pt>
                <c:pt idx="18">
                  <c:v>3190</c:v>
                </c:pt>
                <c:pt idx="19">
                  <c:v>10500</c:v>
                </c:pt>
                <c:pt idx="20">
                  <c:v>7680</c:v>
                </c:pt>
                <c:pt idx="21">
                  <c:v>14600</c:v>
                </c:pt>
                <c:pt idx="22">
                  <c:v>13500</c:v>
                </c:pt>
                <c:pt idx="23">
                  <c:v>14100</c:v>
                </c:pt>
                <c:pt idx="24">
                  <c:v>61600</c:v>
                </c:pt>
                <c:pt idx="25">
                  <c:v>22500</c:v>
                </c:pt>
                <c:pt idx="26">
                  <c:v>2090</c:v>
                </c:pt>
                <c:pt idx="27">
                  <c:v>711</c:v>
                </c:pt>
                <c:pt idx="28">
                  <c:v>4280</c:v>
                </c:pt>
                <c:pt idx="29">
                  <c:v>3680</c:v>
                </c:pt>
                <c:pt idx="30">
                  <c:v>46100</c:v>
                </c:pt>
                <c:pt idx="31">
                  <c:v>6220</c:v>
                </c:pt>
                <c:pt idx="32">
                  <c:v>847</c:v>
                </c:pt>
                <c:pt idx="33">
                  <c:v>1490</c:v>
                </c:pt>
                <c:pt idx="34">
                  <c:v>23100</c:v>
                </c:pt>
                <c:pt idx="35">
                  <c:v>16300</c:v>
                </c:pt>
                <c:pt idx="36">
                  <c:v>13400</c:v>
                </c:pt>
                <c:pt idx="37">
                  <c:v>3220</c:v>
                </c:pt>
                <c:pt idx="38">
                  <c:v>1040</c:v>
                </c:pt>
                <c:pt idx="39">
                  <c:v>3280</c:v>
                </c:pt>
                <c:pt idx="40">
                  <c:v>19700</c:v>
                </c:pt>
                <c:pt idx="41">
                  <c:v>5090</c:v>
                </c:pt>
                <c:pt idx="42">
                  <c:v>27000</c:v>
                </c:pt>
                <c:pt idx="43">
                  <c:v>8430</c:v>
                </c:pt>
                <c:pt idx="44">
                  <c:v>38300</c:v>
                </c:pt>
                <c:pt idx="45">
                  <c:v>38600</c:v>
                </c:pt>
                <c:pt idx="46">
                  <c:v>54500</c:v>
                </c:pt>
                <c:pt idx="47">
                  <c:v>4770</c:v>
                </c:pt>
                <c:pt idx="48">
                  <c:v>10300</c:v>
                </c:pt>
                <c:pt idx="49">
                  <c:v>16800</c:v>
                </c:pt>
                <c:pt idx="50">
                  <c:v>9830</c:v>
                </c:pt>
                <c:pt idx="51">
                  <c:v>12000</c:v>
                </c:pt>
                <c:pt idx="52">
                  <c:v>8240</c:v>
                </c:pt>
                <c:pt idx="53">
                  <c:v>14900</c:v>
                </c:pt>
                <c:pt idx="54">
                  <c:v>1820</c:v>
                </c:pt>
                <c:pt idx="55">
                  <c:v>36100</c:v>
                </c:pt>
                <c:pt idx="56">
                  <c:v>8080</c:v>
                </c:pt>
                <c:pt idx="57">
                  <c:v>2250</c:v>
                </c:pt>
                <c:pt idx="58">
                  <c:v>10900</c:v>
                </c:pt>
                <c:pt idx="59">
                  <c:v>47500</c:v>
                </c:pt>
                <c:pt idx="60">
                  <c:v>42400</c:v>
                </c:pt>
                <c:pt idx="61">
                  <c:v>13900</c:v>
                </c:pt>
                <c:pt idx="62">
                  <c:v>2020</c:v>
                </c:pt>
                <c:pt idx="63">
                  <c:v>13900</c:v>
                </c:pt>
                <c:pt idx="64">
                  <c:v>51600</c:v>
                </c:pt>
                <c:pt idx="65">
                  <c:v>5280</c:v>
                </c:pt>
                <c:pt idx="66">
                  <c:v>26900</c:v>
                </c:pt>
                <c:pt idx="67">
                  <c:v>13200</c:v>
                </c:pt>
                <c:pt idx="68">
                  <c:v>8390</c:v>
                </c:pt>
                <c:pt idx="69">
                  <c:v>2600</c:v>
                </c:pt>
                <c:pt idx="70">
                  <c:v>1760</c:v>
                </c:pt>
                <c:pt idx="71">
                  <c:v>18400</c:v>
                </c:pt>
                <c:pt idx="72">
                  <c:v>2970</c:v>
                </c:pt>
                <c:pt idx="73">
                  <c:v>5030</c:v>
                </c:pt>
                <c:pt idx="74">
                  <c:v>31300</c:v>
                </c:pt>
                <c:pt idx="75">
                  <c:v>51200</c:v>
                </c:pt>
                <c:pt idx="76">
                  <c:v>6140</c:v>
                </c:pt>
                <c:pt idx="77">
                  <c:v>11500</c:v>
                </c:pt>
                <c:pt idx="78">
                  <c:v>14400</c:v>
                </c:pt>
                <c:pt idx="79">
                  <c:v>8860</c:v>
                </c:pt>
                <c:pt idx="80">
                  <c:v>90100</c:v>
                </c:pt>
                <c:pt idx="81">
                  <c:v>39700</c:v>
                </c:pt>
                <c:pt idx="82">
                  <c:v>38600</c:v>
                </c:pt>
                <c:pt idx="83">
                  <c:v>9210</c:v>
                </c:pt>
                <c:pt idx="84">
                  <c:v>39800</c:v>
                </c:pt>
                <c:pt idx="85">
                  <c:v>9060</c:v>
                </c:pt>
                <c:pt idx="86">
                  <c:v>25600</c:v>
                </c:pt>
                <c:pt idx="87">
                  <c:v>4500</c:v>
                </c:pt>
                <c:pt idx="88">
                  <c:v>1880</c:v>
                </c:pt>
                <c:pt idx="89">
                  <c:v>43800</c:v>
                </c:pt>
                <c:pt idx="90">
                  <c:v>4810</c:v>
                </c:pt>
                <c:pt idx="91">
                  <c:v>7760</c:v>
                </c:pt>
                <c:pt idx="92">
                  <c:v>29800</c:v>
                </c:pt>
                <c:pt idx="93">
                  <c:v>13800</c:v>
                </c:pt>
                <c:pt idx="94">
                  <c:v>2280</c:v>
                </c:pt>
                <c:pt idx="95">
                  <c:v>1380</c:v>
                </c:pt>
                <c:pt idx="96">
                  <c:v>15600</c:v>
                </c:pt>
                <c:pt idx="97">
                  <c:v>37100</c:v>
                </c:pt>
                <c:pt idx="98">
                  <c:v>110000</c:v>
                </c:pt>
                <c:pt idx="99">
                  <c:v>1440</c:v>
                </c:pt>
                <c:pt idx="100">
                  <c:v>1490</c:v>
                </c:pt>
                <c:pt idx="101">
                  <c:v>25800</c:v>
                </c:pt>
                <c:pt idx="102">
                  <c:v>13800</c:v>
                </c:pt>
                <c:pt idx="103">
                  <c:v>2120</c:v>
                </c:pt>
                <c:pt idx="104">
                  <c:v>40800</c:v>
                </c:pt>
                <c:pt idx="105">
                  <c:v>5710</c:v>
                </c:pt>
                <c:pt idx="106">
                  <c:v>5400</c:v>
                </c:pt>
                <c:pt idx="107">
                  <c:v>20200</c:v>
                </c:pt>
                <c:pt idx="108">
                  <c:v>18200</c:v>
                </c:pt>
                <c:pt idx="109">
                  <c:v>3250</c:v>
                </c:pt>
                <c:pt idx="110">
                  <c:v>11800</c:v>
                </c:pt>
                <c:pt idx="111">
                  <c:v>208000</c:v>
                </c:pt>
                <c:pt idx="112">
                  <c:v>11700</c:v>
                </c:pt>
                <c:pt idx="113">
                  <c:v>18300</c:v>
                </c:pt>
                <c:pt idx="114">
                  <c:v>7540</c:v>
                </c:pt>
                <c:pt idx="115">
                  <c:v>1230</c:v>
                </c:pt>
                <c:pt idx="116">
                  <c:v>4620</c:v>
                </c:pt>
                <c:pt idx="117">
                  <c:v>9030</c:v>
                </c:pt>
                <c:pt idx="118">
                  <c:v>10400</c:v>
                </c:pt>
                <c:pt idx="119">
                  <c:v>3760</c:v>
                </c:pt>
                <c:pt idx="120">
                  <c:v>53600</c:v>
                </c:pt>
                <c:pt idx="121">
                  <c:v>42300</c:v>
                </c:pt>
                <c:pt idx="122">
                  <c:v>5230</c:v>
                </c:pt>
                <c:pt idx="123">
                  <c:v>1210</c:v>
                </c:pt>
                <c:pt idx="124">
                  <c:v>4870</c:v>
                </c:pt>
                <c:pt idx="125">
                  <c:v>1810</c:v>
                </c:pt>
                <c:pt idx="126">
                  <c:v>15800</c:v>
                </c:pt>
                <c:pt idx="127">
                  <c:v>63800</c:v>
                </c:pt>
                <c:pt idx="128">
                  <c:v>33100</c:v>
                </c:pt>
                <c:pt idx="129">
                  <c:v>5000</c:v>
                </c:pt>
                <c:pt idx="130">
                  <c:v>16100</c:v>
                </c:pt>
                <c:pt idx="131">
                  <c:v>5400</c:v>
                </c:pt>
                <c:pt idx="132">
                  <c:v>26600</c:v>
                </c:pt>
                <c:pt idx="133">
                  <c:v>3770</c:v>
                </c:pt>
                <c:pt idx="134">
                  <c:v>13300</c:v>
                </c:pt>
                <c:pt idx="135">
                  <c:v>11200</c:v>
                </c:pt>
                <c:pt idx="136">
                  <c:v>7770</c:v>
                </c:pt>
                <c:pt idx="137">
                  <c:v>32500</c:v>
                </c:pt>
                <c:pt idx="138">
                  <c:v>32100</c:v>
                </c:pt>
                <c:pt idx="139">
                  <c:v>89000</c:v>
                </c:pt>
                <c:pt idx="140">
                  <c:v>29100</c:v>
                </c:pt>
                <c:pt idx="141">
                  <c:v>26600</c:v>
                </c:pt>
                <c:pt idx="142">
                  <c:v>2070</c:v>
                </c:pt>
                <c:pt idx="143">
                  <c:v>6060</c:v>
                </c:pt>
                <c:pt idx="144">
                  <c:v>56400</c:v>
                </c:pt>
                <c:pt idx="145">
                  <c:v>4060</c:v>
                </c:pt>
                <c:pt idx="146">
                  <c:v>44300</c:v>
                </c:pt>
                <c:pt idx="147">
                  <c:v>3380</c:v>
                </c:pt>
                <c:pt idx="148">
                  <c:v>18200</c:v>
                </c:pt>
                <c:pt idx="149">
                  <c:v>27700</c:v>
                </c:pt>
                <c:pt idx="150">
                  <c:v>1590</c:v>
                </c:pt>
                <c:pt idx="151">
                  <c:v>94200</c:v>
                </c:pt>
                <c:pt idx="152">
                  <c:v>31000</c:v>
                </c:pt>
                <c:pt idx="153">
                  <c:v>37100</c:v>
                </c:pt>
                <c:pt idx="154">
                  <c:v>2390</c:v>
                </c:pt>
                <c:pt idx="155">
                  <c:v>1140</c:v>
                </c:pt>
                <c:pt idx="156">
                  <c:v>12800</c:v>
                </c:pt>
                <c:pt idx="157">
                  <c:v>42400</c:v>
                </c:pt>
                <c:pt idx="158">
                  <c:v>387</c:v>
                </c:pt>
                <c:pt idx="159">
                  <c:v>35700</c:v>
                </c:pt>
                <c:pt idx="160">
                  <c:v>12900</c:v>
                </c:pt>
                <c:pt idx="161">
                  <c:v>26300</c:v>
                </c:pt>
                <c:pt idx="162">
                  <c:v>11700</c:v>
                </c:pt>
                <c:pt idx="163">
                  <c:v>13700</c:v>
                </c:pt>
                <c:pt idx="164">
                  <c:v>3870</c:v>
                </c:pt>
                <c:pt idx="165">
                  <c:v>15300</c:v>
                </c:pt>
                <c:pt idx="166">
                  <c:v>51000</c:v>
                </c:pt>
                <c:pt idx="167">
                  <c:v>67000</c:v>
                </c:pt>
                <c:pt idx="168">
                  <c:v>3520</c:v>
                </c:pt>
                <c:pt idx="169">
                  <c:v>53100</c:v>
                </c:pt>
                <c:pt idx="170">
                  <c:v>3650</c:v>
                </c:pt>
                <c:pt idx="171">
                  <c:v>2550</c:v>
                </c:pt>
                <c:pt idx="172">
                  <c:v>16900</c:v>
                </c:pt>
                <c:pt idx="173">
                  <c:v>4860</c:v>
                </c:pt>
                <c:pt idx="174">
                  <c:v>2060</c:v>
                </c:pt>
                <c:pt idx="175">
                  <c:v>6360</c:v>
                </c:pt>
                <c:pt idx="176">
                  <c:v>23400</c:v>
                </c:pt>
                <c:pt idx="177">
                  <c:v>10000</c:v>
                </c:pt>
                <c:pt idx="178">
                  <c:v>28500</c:v>
                </c:pt>
                <c:pt idx="179">
                  <c:v>15200</c:v>
                </c:pt>
                <c:pt idx="180">
                  <c:v>4580</c:v>
                </c:pt>
                <c:pt idx="181">
                  <c:v>67400</c:v>
                </c:pt>
                <c:pt idx="182">
                  <c:v>41300</c:v>
                </c:pt>
                <c:pt idx="183">
                  <c:v>60200</c:v>
                </c:pt>
                <c:pt idx="184">
                  <c:v>2240</c:v>
                </c:pt>
                <c:pt idx="185">
                  <c:v>12400</c:v>
                </c:pt>
                <c:pt idx="186">
                  <c:v>22000</c:v>
                </c:pt>
                <c:pt idx="187">
                  <c:v>7410</c:v>
                </c:pt>
                <c:pt idx="188">
                  <c:v>2910</c:v>
                </c:pt>
                <c:pt idx="189">
                  <c:v>5440</c:v>
                </c:pt>
                <c:pt idx="190">
                  <c:v>10500</c:v>
                </c:pt>
                <c:pt idx="191">
                  <c:v>1780</c:v>
                </c:pt>
                <c:pt idx="192">
                  <c:v>3130</c:v>
                </c:pt>
                <c:pt idx="193">
                  <c:v>1990</c:v>
                </c:pt>
              </c:numCache>
            </c:numRef>
          </c:xVal>
          <c:yVal>
            <c:numRef>
              <c:f>'Chart Data'!$B$2:$B$195</c:f>
              <c:numCache>
                <c:formatCode>General</c:formatCode>
                <c:ptCount val="194"/>
                <c:pt idx="0">
                  <c:v>62</c:v>
                </c:pt>
                <c:pt idx="1">
                  <c:v>76</c:v>
                </c:pt>
                <c:pt idx="2">
                  <c:v>74</c:v>
                </c:pt>
                <c:pt idx="3">
                  <c:v>78</c:v>
                </c:pt>
                <c:pt idx="4">
                  <c:v>64</c:v>
                </c:pt>
                <c:pt idx="5">
                  <c:v>76</c:v>
                </c:pt>
                <c:pt idx="6">
                  <c:v>75</c:v>
                </c:pt>
                <c:pt idx="7">
                  <c:v>72</c:v>
                </c:pt>
                <c:pt idx="8">
                  <c:v>84</c:v>
                </c:pt>
                <c:pt idx="9">
                  <c:v>81</c:v>
                </c:pt>
                <c:pt idx="10">
                  <c:v>64</c:v>
                </c:pt>
                <c:pt idx="11">
                  <c:v>74</c:v>
                </c:pt>
                <c:pt idx="12">
                  <c:v>76</c:v>
                </c:pt>
                <c:pt idx="13">
                  <c:v>73</c:v>
                </c:pt>
                <c:pt idx="14">
                  <c:v>76</c:v>
                </c:pt>
                <c:pt idx="15">
                  <c:v>72</c:v>
                </c:pt>
                <c:pt idx="16">
                  <c:v>80</c:v>
                </c:pt>
                <c:pt idx="17">
                  <c:v>73</c:v>
                </c:pt>
                <c:pt idx="18">
                  <c:v>64</c:v>
                </c:pt>
                <c:pt idx="19">
                  <c:v>73</c:v>
                </c:pt>
                <c:pt idx="20">
                  <c:v>68</c:v>
                </c:pt>
                <c:pt idx="21">
                  <c:v>76</c:v>
                </c:pt>
                <c:pt idx="22">
                  <c:v>62</c:v>
                </c:pt>
                <c:pt idx="23">
                  <c:v>74</c:v>
                </c:pt>
                <c:pt idx="24">
                  <c:v>74</c:v>
                </c:pt>
                <c:pt idx="25">
                  <c:v>72</c:v>
                </c:pt>
                <c:pt idx="26">
                  <c:v>61</c:v>
                </c:pt>
                <c:pt idx="27">
                  <c:v>63</c:v>
                </c:pt>
                <c:pt idx="28">
                  <c:v>69</c:v>
                </c:pt>
                <c:pt idx="29">
                  <c:v>62</c:v>
                </c:pt>
                <c:pt idx="30">
                  <c:v>81</c:v>
                </c:pt>
                <c:pt idx="31">
                  <c:v>72</c:v>
                </c:pt>
                <c:pt idx="32">
                  <c:v>52</c:v>
                </c:pt>
                <c:pt idx="33">
                  <c:v>59</c:v>
                </c:pt>
                <c:pt idx="34">
                  <c:v>79</c:v>
                </c:pt>
                <c:pt idx="35">
                  <c:v>77</c:v>
                </c:pt>
                <c:pt idx="36">
                  <c:v>78</c:v>
                </c:pt>
                <c:pt idx="37">
                  <c:v>68</c:v>
                </c:pt>
                <c:pt idx="38">
                  <c:v>64</c:v>
                </c:pt>
                <c:pt idx="39">
                  <c:v>66</c:v>
                </c:pt>
                <c:pt idx="40">
                  <c:v>79</c:v>
                </c:pt>
                <c:pt idx="41">
                  <c:v>63</c:v>
                </c:pt>
                <c:pt idx="42">
                  <c:v>77</c:v>
                </c:pt>
                <c:pt idx="43">
                  <c:v>78</c:v>
                </c:pt>
                <c:pt idx="44">
                  <c:v>80</c:v>
                </c:pt>
                <c:pt idx="45">
                  <c:v>78</c:v>
                </c:pt>
                <c:pt idx="46">
                  <c:v>81</c:v>
                </c:pt>
                <c:pt idx="47">
                  <c:v>66</c:v>
                </c:pt>
                <c:pt idx="48">
                  <c:v>72</c:v>
                </c:pt>
                <c:pt idx="49">
                  <c:v>72</c:v>
                </c:pt>
                <c:pt idx="50">
                  <c:v>71</c:v>
                </c:pt>
                <c:pt idx="51">
                  <c:v>70</c:v>
                </c:pt>
                <c:pt idx="52">
                  <c:v>74</c:v>
                </c:pt>
                <c:pt idx="53">
                  <c:v>65</c:v>
                </c:pt>
                <c:pt idx="54">
                  <c:v>63</c:v>
                </c:pt>
                <c:pt idx="55">
                  <c:v>77</c:v>
                </c:pt>
                <c:pt idx="56">
                  <c:v>57</c:v>
                </c:pt>
                <c:pt idx="57">
                  <c:v>68</c:v>
                </c:pt>
                <c:pt idx="58">
                  <c:v>68</c:v>
                </c:pt>
                <c:pt idx="59">
                  <c:v>81</c:v>
                </c:pt>
                <c:pt idx="60">
                  <c:v>82</c:v>
                </c:pt>
                <c:pt idx="61">
                  <c:v>67</c:v>
                </c:pt>
                <c:pt idx="62">
                  <c:v>65</c:v>
                </c:pt>
                <c:pt idx="63">
                  <c:v>72</c:v>
                </c:pt>
                <c:pt idx="64">
                  <c:v>80</c:v>
                </c:pt>
                <c:pt idx="65">
                  <c:v>65</c:v>
                </c:pt>
                <c:pt idx="66">
                  <c:v>80</c:v>
                </c:pt>
                <c:pt idx="67">
                  <c:v>73</c:v>
                </c:pt>
                <c:pt idx="68">
                  <c:v>71</c:v>
                </c:pt>
                <c:pt idx="69">
                  <c:v>60</c:v>
                </c:pt>
                <c:pt idx="70">
                  <c:v>60</c:v>
                </c:pt>
                <c:pt idx="71">
                  <c:v>66</c:v>
                </c:pt>
                <c:pt idx="72">
                  <c:v>63</c:v>
                </c:pt>
                <c:pt idx="73">
                  <c:v>70</c:v>
                </c:pt>
                <c:pt idx="74">
                  <c:v>75</c:v>
                </c:pt>
                <c:pt idx="75">
                  <c:v>84</c:v>
                </c:pt>
                <c:pt idx="76">
                  <c:v>70</c:v>
                </c:pt>
                <c:pt idx="77">
                  <c:v>69</c:v>
                </c:pt>
                <c:pt idx="78">
                  <c:v>76</c:v>
                </c:pt>
                <c:pt idx="79">
                  <c:v>70</c:v>
                </c:pt>
                <c:pt idx="80">
                  <c:v>82</c:v>
                </c:pt>
                <c:pt idx="81">
                  <c:v>82</c:v>
                </c:pt>
                <c:pt idx="82">
                  <c:v>82</c:v>
                </c:pt>
                <c:pt idx="83">
                  <c:v>76</c:v>
                </c:pt>
                <c:pt idx="84">
                  <c:v>85</c:v>
                </c:pt>
                <c:pt idx="85">
                  <c:v>77</c:v>
                </c:pt>
                <c:pt idx="86">
                  <c:v>70</c:v>
                </c:pt>
                <c:pt idx="87">
                  <c:v>66</c:v>
                </c:pt>
                <c:pt idx="88">
                  <c:v>60</c:v>
                </c:pt>
                <c:pt idx="89">
                  <c:v>78</c:v>
                </c:pt>
                <c:pt idx="90">
                  <c:v>71</c:v>
                </c:pt>
                <c:pt idx="91">
                  <c:v>69</c:v>
                </c:pt>
                <c:pt idx="92">
                  <c:v>75</c:v>
                </c:pt>
                <c:pt idx="93">
                  <c:v>75</c:v>
                </c:pt>
                <c:pt idx="94">
                  <c:v>52</c:v>
                </c:pt>
                <c:pt idx="95">
                  <c:v>65</c:v>
                </c:pt>
                <c:pt idx="96">
                  <c:v>75</c:v>
                </c:pt>
                <c:pt idx="97">
                  <c:v>75</c:v>
                </c:pt>
                <c:pt idx="98">
                  <c:v>82</c:v>
                </c:pt>
                <c:pt idx="99">
                  <c:v>64</c:v>
                </c:pt>
                <c:pt idx="100">
                  <c:v>64</c:v>
                </c:pt>
                <c:pt idx="101">
                  <c:v>75</c:v>
                </c:pt>
                <c:pt idx="102">
                  <c:v>78</c:v>
                </c:pt>
                <c:pt idx="103">
                  <c:v>60</c:v>
                </c:pt>
                <c:pt idx="104">
                  <c:v>82</c:v>
                </c:pt>
                <c:pt idx="105">
                  <c:v>65</c:v>
                </c:pt>
                <c:pt idx="106">
                  <c:v>69</c:v>
                </c:pt>
                <c:pt idx="107">
                  <c:v>74</c:v>
                </c:pt>
                <c:pt idx="108">
                  <c:v>71</c:v>
                </c:pt>
                <c:pt idx="109">
                  <c:v>63</c:v>
                </c:pt>
                <c:pt idx="110">
                  <c:v>73</c:v>
                </c:pt>
                <c:pt idx="111">
                  <c:v>80</c:v>
                </c:pt>
                <c:pt idx="112">
                  <c:v>68</c:v>
                </c:pt>
                <c:pt idx="113">
                  <c:v>75</c:v>
                </c:pt>
                <c:pt idx="114">
                  <c:v>73</c:v>
                </c:pt>
                <c:pt idx="115">
                  <c:v>58</c:v>
                </c:pt>
                <c:pt idx="116">
                  <c:v>69</c:v>
                </c:pt>
                <c:pt idx="117">
                  <c:v>65</c:v>
                </c:pt>
                <c:pt idx="118">
                  <c:v>63</c:v>
                </c:pt>
                <c:pt idx="119">
                  <c:v>70</c:v>
                </c:pt>
                <c:pt idx="120">
                  <c:v>81</c:v>
                </c:pt>
                <c:pt idx="121">
                  <c:v>82</c:v>
                </c:pt>
                <c:pt idx="122">
                  <c:v>73</c:v>
                </c:pt>
                <c:pt idx="123">
                  <c:v>61</c:v>
                </c:pt>
                <c:pt idx="124">
                  <c:v>64</c:v>
                </c:pt>
                <c:pt idx="125">
                  <c:v>73</c:v>
                </c:pt>
                <c:pt idx="126">
                  <c:v>72</c:v>
                </c:pt>
                <c:pt idx="127">
                  <c:v>83</c:v>
                </c:pt>
                <c:pt idx="128">
                  <c:v>70</c:v>
                </c:pt>
                <c:pt idx="129">
                  <c:v>65</c:v>
                </c:pt>
                <c:pt idx="130">
                  <c:v>68</c:v>
                </c:pt>
                <c:pt idx="131">
                  <c:v>74</c:v>
                </c:pt>
                <c:pt idx="132">
                  <c:v>78</c:v>
                </c:pt>
                <c:pt idx="133">
                  <c:v>65</c:v>
                </c:pt>
                <c:pt idx="134">
                  <c:v>76</c:v>
                </c:pt>
                <c:pt idx="135">
                  <c:v>77</c:v>
                </c:pt>
                <c:pt idx="136">
                  <c:v>72</c:v>
                </c:pt>
                <c:pt idx="137">
                  <c:v>77</c:v>
                </c:pt>
                <c:pt idx="138">
                  <c:v>81</c:v>
                </c:pt>
                <c:pt idx="139">
                  <c:v>74</c:v>
                </c:pt>
                <c:pt idx="140">
                  <c:v>74</c:v>
                </c:pt>
                <c:pt idx="141">
                  <c:v>70</c:v>
                </c:pt>
                <c:pt idx="142">
                  <c:v>69</c:v>
                </c:pt>
                <c:pt idx="143">
                  <c:v>71</c:v>
                </c:pt>
                <c:pt idx="144">
                  <c:v>78</c:v>
                </c:pt>
                <c:pt idx="145">
                  <c:v>70</c:v>
                </c:pt>
                <c:pt idx="146">
                  <c:v>73</c:v>
                </c:pt>
                <c:pt idx="147">
                  <c:v>68</c:v>
                </c:pt>
                <c:pt idx="148">
                  <c:v>74</c:v>
                </c:pt>
                <c:pt idx="149">
                  <c:v>72</c:v>
                </c:pt>
                <c:pt idx="150">
                  <c:v>61</c:v>
                </c:pt>
                <c:pt idx="151">
                  <c:v>83</c:v>
                </c:pt>
                <c:pt idx="152">
                  <c:v>76</c:v>
                </c:pt>
                <c:pt idx="153">
                  <c:v>80</c:v>
                </c:pt>
                <c:pt idx="154">
                  <c:v>59</c:v>
                </c:pt>
                <c:pt idx="155">
                  <c:v>57</c:v>
                </c:pt>
                <c:pt idx="156">
                  <c:v>64</c:v>
                </c:pt>
                <c:pt idx="157">
                  <c:v>82</c:v>
                </c:pt>
                <c:pt idx="158">
                  <c:v>63</c:v>
                </c:pt>
                <c:pt idx="159">
                  <c:v>81</c:v>
                </c:pt>
                <c:pt idx="160">
                  <c:v>77</c:v>
                </c:pt>
                <c:pt idx="161">
                  <c:v>72</c:v>
                </c:pt>
                <c:pt idx="162">
                  <c:v>75</c:v>
                </c:pt>
                <c:pt idx="163">
                  <c:v>72</c:v>
                </c:pt>
                <c:pt idx="164">
                  <c:v>70</c:v>
                </c:pt>
                <c:pt idx="165">
                  <c:v>73</c:v>
                </c:pt>
                <c:pt idx="166">
                  <c:v>82</c:v>
                </c:pt>
                <c:pt idx="167">
                  <c:v>83</c:v>
                </c:pt>
                <c:pt idx="168">
                  <c:v>74</c:v>
                </c:pt>
                <c:pt idx="169">
                  <c:v>80</c:v>
                </c:pt>
                <c:pt idx="170">
                  <c:v>66</c:v>
                </c:pt>
                <c:pt idx="171">
                  <c:v>66</c:v>
                </c:pt>
                <c:pt idx="172">
                  <c:v>78</c:v>
                </c:pt>
                <c:pt idx="173">
                  <c:v>70</c:v>
                </c:pt>
                <c:pt idx="174">
                  <c:v>65</c:v>
                </c:pt>
                <c:pt idx="175">
                  <c:v>73</c:v>
                </c:pt>
                <c:pt idx="176">
                  <c:v>75</c:v>
                </c:pt>
                <c:pt idx="177">
                  <c:v>77</c:v>
                </c:pt>
                <c:pt idx="178">
                  <c:v>76</c:v>
                </c:pt>
                <c:pt idx="179">
                  <c:v>70</c:v>
                </c:pt>
                <c:pt idx="180">
                  <c:v>68</c:v>
                </c:pt>
                <c:pt idx="181">
                  <c:v>73</c:v>
                </c:pt>
                <c:pt idx="182">
                  <c:v>79</c:v>
                </c:pt>
                <c:pt idx="183">
                  <c:v>77</c:v>
                </c:pt>
                <c:pt idx="184">
                  <c:v>66</c:v>
                </c:pt>
                <c:pt idx="185">
                  <c:v>71</c:v>
                </c:pt>
                <c:pt idx="186">
                  <c:v>78</c:v>
                </c:pt>
                <c:pt idx="187">
                  <c:v>67</c:v>
                </c:pt>
                <c:pt idx="188">
                  <c:v>65</c:v>
                </c:pt>
                <c:pt idx="189">
                  <c:v>73</c:v>
                </c:pt>
                <c:pt idx="190">
                  <c:v>75</c:v>
                </c:pt>
                <c:pt idx="191">
                  <c:v>67</c:v>
                </c:pt>
                <c:pt idx="192">
                  <c:v>62</c:v>
                </c:pt>
                <c:pt idx="193">
                  <c:v>60</c:v>
                </c:pt>
              </c:numCache>
            </c:numRef>
          </c:yVal>
        </c:ser>
        <c:dLbls>
          <c:txPr>
            <a:bodyPr xmlns:a="http://schemas.openxmlformats.org/drawingml/2006/main" anchorCtr="1"/>
            <a:lstStyle xmlns:a="http://schemas.openxmlformats.org/drawingml/2006/main"/>
            <a:p xmlns:a="http://schemas.openxmlformats.org/drawingml/2006/main">
              <a:pPr>
                <a:defRPr>
                  <a:latin typeface="Ubuntu Condensed"/>
                  <a:ea typeface="Ubuntu Condensed"/>
                  <a:cs typeface="Ubuntu Condensed"/>
                </a:defRPr>
              </a:pPr>
            </a:p>
          </c:txPr>
          <c:showLegendKey val="0"/>
          <c:showVal val="0"/>
          <c:showCatName val="0"/>
          <c:showSerName val="0"/>
          <c:showPercent val="0"/>
          <c:showBubbleSize val="0"/>
          <c:showLeaderLines val="0"/>
        </c:dLbls>
        <c:axId val="48650112"/>
        <c:axId val="48672768"/>
      </c:scatterChart>
      <c:valAx>
        <c:axId val="48672768"/>
        <c:scaling>
          <c:orientation val="minMax"/>
          <c:max val="90"/>
          <c:min val="40"/>
        </c:scaling>
        <c:delete val="0"/>
        <c:axPos val="l"/>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500">
                    <a:solidFill>
                      <a:srgbClr val="38332E"/>
                    </a:solidFill>
                    <a:latin typeface="Ubuntu Condensed"/>
                    <a:ea typeface="Ubuntu Condensed"/>
                    <a:cs typeface="Ubuntu Condensed"/>
                  </a:rPr>
                  <a:t>Years</a:t>
                </a:r>
              </a:p>
            </c:rich>
          </c:tx>
          <c:overlay val="0"/>
          <c:txPr>
            <a:bodyPr xmlns:a="http://schemas.openxmlformats.org/drawingml/2006/main" anchorCtr="1"/>
            <a:lstStyle xmlns:a="http://schemas.openxmlformats.org/drawingml/2006/main"/>
            <a:p xmlns:a="http://schemas.openxmlformats.org/drawingml/2006/main">
              <a:pPr>
                <a:defRPr sz="1500">
                  <a:solidFill>
                    <a:srgbClr val="38332E"/>
                  </a:solidFill>
                  <a:latin typeface="Ubuntu Condensed"/>
                  <a:ea typeface="Ubuntu Condensed"/>
                  <a:cs typeface="Ubuntu Condensed"/>
                </a:defRPr>
              </a:pPr>
            </a:p>
          </c:txPr>
        </c:title>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81796F"/>
                </a:solidFill>
                <a:latin typeface="Ubuntu Condensed"/>
                <a:ea typeface="Ubuntu Condensed"/>
                <a:cs typeface="Ubuntu Condensed"/>
              </a:defRPr>
            </a:pPr>
          </a:p>
        </c:txPr>
        <c:crossAx val="48650112"/>
        <c:majorUnit val="10"/>
      </c:valAx>
      <c:valAx>
        <c:axId val="48650112"/>
        <c:scaling>
          <c:orientation val="minMax"/>
          <c:max val="220000"/>
          <c:min val="0"/>
        </c:scaling>
        <c:delete val="0"/>
        <c:axPos val="b"/>
        <c:majorGridlines>
          <c:spPr>
            <a:ln xmlns:a="http://schemas.openxmlformats.org/drawingml/2006/main" w="9525">
              <a:solidFill>
                <a:srgbClr val="EAE7E1"/>
              </a:solidFill>
            </a:ln>
          </c:spPr>
        </c:majorGridlines>
        <c:title>
          <c:tx>
            <c:rich>
              <a:bodyPr xmlns:a="http://schemas.openxmlformats.org/drawingml/2006/main"/>
              <a:lstStyle xmlns:a="http://schemas.openxmlformats.org/drawingml/2006/main"/>
              <a:p xmlns:a="http://schemas.openxmlformats.org/drawingml/2006/main">
                <a:r>
                  <a:rPr sz="1425">
                    <a:solidFill>
                      <a:srgbClr val="38332E"/>
                    </a:solidFill>
                    <a:latin typeface="Ubuntu Condensed"/>
                    <a:ea typeface="Ubuntu Condensed"/>
                    <a:cs typeface="Ubuntu Condensed"/>
                  </a:rPr>
                  <a:t>GDP</a:t>
                </a:r>
              </a:p>
            </c:rich>
          </c:tx>
          <c:overlay val="0"/>
          <c:txPr>
            <a:bodyPr xmlns:a="http://schemas.openxmlformats.org/drawingml/2006/main" anchorCtr="1"/>
            <a:lstStyle xmlns:a="http://schemas.openxmlformats.org/drawingml/2006/main"/>
            <a:p xmlns:a="http://schemas.openxmlformats.org/drawingml/2006/main">
              <a:pPr>
                <a:defRPr sz="1425">
                  <a:solidFill>
                    <a:srgbClr val="38332E"/>
                  </a:solidFill>
                  <a:latin typeface="Ubuntu Condensed"/>
                  <a:ea typeface="Ubuntu Condensed"/>
                  <a:cs typeface="Ubuntu Condensed"/>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81796F"/>
                </a:solidFill>
                <a:latin typeface="Ubuntu Condensed"/>
                <a:ea typeface="Ubuntu Condensed"/>
                <a:cs typeface="Ubuntu Condensed"/>
              </a:defRPr>
            </a:pPr>
          </a:p>
        </c:txPr>
        <c:crossAx val="48672768"/>
        <c:majorUnit val="100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pieChart>
        <c:ser>
          <c:idx val="0"/>
          <c:order val="0"/>
          <c:tx>
            <c:v>Countries</c:v>
          </c:tx>
          <c:spPr>
            <a:solidFill xmlns:a="http://schemas.openxmlformats.org/drawingml/2006/main">
              <a:srgbClr val="B23C50"/>
            </a:solidFill>
          </c:spPr>
          <c:dPt>
            <c:idx val="0"/>
            <c:spPr>
              <a:solidFill xmlns:a="http://schemas.openxmlformats.org/drawingml/2006/main">
                <a:srgbClr val="B23C50"/>
              </a:solidFill>
            </c:spPr>
          </c:dPt>
          <c:dPt>
            <c:idx val="1"/>
            <c:spPr>
              <a:solidFill xmlns:a="http://schemas.openxmlformats.org/drawingml/2006/main">
                <a:srgbClr val="C18A34"/>
              </a:solidFill>
            </c:spPr>
          </c:dPt>
          <c:dPt>
            <c:idx val="2"/>
            <c:spPr>
              <a:solidFill xmlns:a="http://schemas.openxmlformats.org/drawingml/2006/main">
                <a:srgbClr val="457985"/>
              </a:solidFill>
            </c:spPr>
          </c:dPt>
          <c:cat>
            <c:strRef>
              <c:f>'Chart Data'!$A$2:$A$4</c:f>
              <c:strCache>
                <c:ptCount val="3"/>
                <c:pt idx="0">
                  <c:v>70–79 years
97 · 50.0%</c:v>
                </c:pt>
                <c:pt idx="1">
                  <c:v>Under 70
68 · 35.1%</c:v>
                </c:pt>
                <c:pt idx="2">
                  <c:v>80+ years
29 · 14.9%</c:v>
                </c:pt>
              </c:strCache>
            </c:strRef>
          </c:cat>
          <c:val>
            <c:numRef>
              <c:f>'Chart Data'!$B$2:$B$4</c:f>
              <c:numCache>
                <c:formatCode>General</c:formatCode>
                <c:ptCount val="3"/>
                <c:pt idx="0">
                  <c:v>97</c:v>
                </c:pt>
                <c:pt idx="1">
                  <c:v>68</c:v>
                </c:pt>
                <c:pt idx="2">
                  <c:v>29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FFFFFF"/>
                  </a:solidFill>
                  <a:latin typeface="Ubuntu Condensed"/>
                  <a:ea typeface="Ubuntu Condensed"/>
                  <a:cs typeface="Ubuntu Condensed"/>
                </a:defRPr>
              </a:pPr>
            </a:p>
          </c:txPr>
          <c:dLblPos val="ctr"/>
          <c:showLegendKey val="0"/>
          <c:showVal val="0"/>
          <c:showCatName val="1"/>
          <c:showSerName val="0"/>
          <c:showPercent val="0"/>
          <c:showBubbleSize val="0"/>
          <c:showLeaderLines val="0"/>
        </c:dLbls>
      </c:pieChart>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537CED8-4889-468E-9B0A-EAD1FED0B8D7}"/>
              </a:ext>
            </a:extLst>
          </p:cNvPr>
          <p:cNvSpPr>
            <a:spLocks xmlns:a="http://schemas.openxmlformats.org/drawingml/2006/main" noGrp="1"/>
          </p:cNvSpPr>
          <p:nvPr/>
        </p:nvSpPr>
        <p:spPr>
          <a:xfrm xmlns:a="http://schemas.openxmlformats.org/drawingml/2006/main">
            <a:off x="419100"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Tableau chart types: comparisons</a:t>
            </a:r>
          </a:p>
        </p:txBody>
      </p:sp>
      <p:sp>
        <p:nvSpPr>
          <p:cNvPr id="2" name="">
            <a:extLst xmlns:a="http://schemas.openxmlformats.org/drawingml/2006/main">
              <a:ext uri="{FF2B5EF4-FFF2-40B4-BE49-F238E27FC236}">
                <a16:creationId xmlns:a16="http://schemas.microsoft.com/office/drawing/2014/main" id="{3D761684-37D6-4883-AC6E-507D68F45098}"/>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Life expectancy in five countries (2020)</a:t>
            </a:r>
          </a:p>
        </p:txBody>
      </p:sp>
      <p:sp>
        <p:nvSpPr>
          <p:cNvPr id="3" name="">
            <a:extLst xmlns:a="http://schemas.openxmlformats.org/drawingml/2006/main">
              <a:ext uri="{FF2B5EF4-FFF2-40B4-BE49-F238E27FC236}">
                <a16:creationId xmlns:a16="http://schemas.microsoft.com/office/drawing/2014/main" id="{45B005C6-8659-4780-9629-AB461E35A516}"/>
              </a:ext>
            </a:extLst>
          </p:cNvPr>
          <p:cNvSpPr>
            <a:spLocks xmlns:a="http://schemas.openxmlformats.org/drawingml/2006/main" noGrp="1"/>
          </p:cNvSpPr>
          <p:nvPr/>
        </p:nvSpPr>
        <p:spPr>
          <a:xfrm xmlns:a="http://schemas.openxmlformats.org/drawingml/2006/main">
            <a:off x="4572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Bar chart</a:t>
            </a:r>
          </a:p>
        </p:txBody>
      </p:sp>
      <p:sp>
        <p:nvSpPr>
          <p:cNvPr id="4" name="">
            <a:extLst xmlns:a="http://schemas.openxmlformats.org/drawingml/2006/main">
              <a:ext uri="{FF2B5EF4-FFF2-40B4-BE49-F238E27FC236}">
                <a16:creationId xmlns:a16="http://schemas.microsoft.com/office/drawing/2014/main" id="{C67A6FBB-ECC1-49D9-B459-FCD07DEEEAB3}"/>
              </a:ext>
            </a:extLst>
          </p:cNvPr>
          <p:cNvSpPr>
            <a:spLocks xmlns:a="http://schemas.openxmlformats.org/drawingml/2006/main" noGrp="1"/>
          </p:cNvSpPr>
          <p:nvPr/>
        </p:nvSpPr>
        <p:spPr>
          <a:xfrm xmlns:a="http://schemas.openxmlformats.org/drawingml/2006/main">
            <a:off x="45720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Lengths compare values. Start the scale at zero.</a:t>
            </a:r>
          </a:p>
        </p:txBody>
      </p:sp>
      <p:sp>
        <p:nvSpPr>
          <p:cNvPr id="5" name="">
            <a:extLst xmlns:a="http://schemas.openxmlformats.org/drawingml/2006/main">
              <a:ext uri="{FF2B5EF4-FFF2-40B4-BE49-F238E27FC236}">
                <a16:creationId xmlns:a16="http://schemas.microsoft.com/office/drawing/2014/main" id="{0CDDD1E1-2CC6-46C1-8BAA-DC09C578C82F}"/>
              </a:ext>
            </a:extLst>
          </p:cNvPr>
          <p:cNvSpPr>
            <a:spLocks xmlns:a="http://schemas.openxmlformats.org/drawingml/2006/main" noGrp="1"/>
          </p:cNvSpPr>
          <p:nvPr/>
        </p:nvSpPr>
        <p:spPr>
          <a:xfrm xmlns:a="http://schemas.openxmlformats.org/drawingml/2006/main">
            <a:off x="657225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Dot plot</a:t>
            </a:r>
          </a:p>
        </p:txBody>
      </p:sp>
      <p:sp>
        <p:nvSpPr>
          <p:cNvPr id="6" name="">
            <a:extLst xmlns:a="http://schemas.openxmlformats.org/drawingml/2006/main">
              <a:ext uri="{FF2B5EF4-FFF2-40B4-BE49-F238E27FC236}">
                <a16:creationId xmlns:a16="http://schemas.microsoft.com/office/drawing/2014/main" id="{EB4D9D43-DD84-4907-902C-83AD7C6F989B}"/>
              </a:ext>
            </a:extLst>
          </p:cNvPr>
          <p:cNvSpPr>
            <a:spLocks xmlns:a="http://schemas.openxmlformats.org/drawingml/2006/main" noGrp="1"/>
          </p:cNvSpPr>
          <p:nvPr/>
        </p:nvSpPr>
        <p:spPr>
          <a:xfrm xmlns:a="http://schemas.openxmlformats.org/drawingml/2006/main">
            <a:off x="657225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Positions make small differences easier to see.</a:t>
            </a:r>
          </a:p>
        </p:txBody>
      </p:sp>
      <p:graphicFrame>
        <p:nvGraphicFramePr>
          <p:cNvPr id="7" name="Chart">
            <a:extLst xmlns:a="http://schemas.openxmlformats.org/drawingml/2006/main">
              <a:ext uri="{FF2B5EF4-FFF2-40B4-BE49-F238E27FC236}">
                <a16:creationId xmlns:a16="http://schemas.microsoft.com/office/drawing/2014/main" id="{BEFA5F5F-DBF4-4859-87B8-37A76B734157}"/>
              </a:ext>
            </a:extLst>
          </p:cNvPr>
          <p:cNvGraphicFramePr/>
          <p:nvPr/>
        </p:nvGraphicFramePr>
        <p:xfrm>
          <a:off xmlns:a="http://schemas.openxmlformats.org/drawingml/2006/main" x="228600" y="2705100"/>
          <a:ext xmlns:a="http://schemas.openxmlformats.org/drawingml/2006/main" cx="5638800" cy="3143250"/>
        </p:xfrm>
        <a:graphic xmlns:a="http://schemas.openxmlformats.org/drawingml/2006/main">
          <a:graphicData uri="http://schemas.openxmlformats.org/drawingml/2006/chart">
            <c:chart xmlns:r="http://schemas.openxmlformats.org/officeDocument/2006/relationships" xmlns:c="http://schemas.openxmlformats.org/drawingml/2006/chart" r:id="Rcdcce7df17304594"/>
          </a:graphicData>
        </a:graphic>
      </p:graphicFrame>
      <p:graphicFrame>
        <p:nvGraphicFramePr>
          <p:cNvPr id="8" name="Chart">
            <a:extLst xmlns:a="http://schemas.openxmlformats.org/drawingml/2006/main">
              <a:ext uri="{FF2B5EF4-FFF2-40B4-BE49-F238E27FC236}">
                <a16:creationId xmlns:a16="http://schemas.microsoft.com/office/drawing/2014/main" id="{2902A39B-1170-4218-B17A-FE10015359E8}"/>
              </a:ext>
            </a:extLst>
          </p:cNvPr>
          <p:cNvGraphicFramePr/>
          <p:nvPr/>
        </p:nvGraphicFramePr>
        <p:xfrm>
          <a:off xmlns:a="http://schemas.openxmlformats.org/drawingml/2006/main" x="6381750" y="2705100"/>
          <a:ext xmlns:a="http://schemas.openxmlformats.org/drawingml/2006/main" cx="5429250" cy="3143250"/>
        </p:xfrm>
        <a:graphic xmlns:a="http://schemas.openxmlformats.org/drawingml/2006/main">
          <a:graphicData uri="http://schemas.openxmlformats.org/drawingml/2006/chart">
            <c:chart xmlns:r="http://schemas.openxmlformats.org/officeDocument/2006/relationships" xmlns:c="http://schemas.openxmlformats.org/drawingml/2006/chart" r:id="R3486b09748524c42"/>
          </a:graphicData>
        </a:graphic>
      </p:graphicFrame>
      <p:sp>
        <p:nvSpPr>
          <p:cNvPr id="9" name="">
            <a:extLst xmlns:a="http://schemas.openxmlformats.org/drawingml/2006/main">
              <a:ext uri="{FF2B5EF4-FFF2-40B4-BE49-F238E27FC236}">
                <a16:creationId xmlns:a16="http://schemas.microsoft.com/office/drawing/2014/main" id="{6B1A86D8-6A6B-40EE-B0AD-35AFD7C49115}"/>
              </a:ext>
            </a:extLst>
          </p:cNvPr>
          <p:cNvSpPr>
            <a:spLocks xmlns:a="http://schemas.openxmlformats.org/drawingml/2006/main" noGrp="1"/>
          </p:cNvSpPr>
          <p:nvPr/>
        </p:nvSpPr>
        <p:spPr>
          <a:xfrm xmlns:a="http://schemas.openxmlformats.org/drawingml/2006/main">
            <a:off x="457200" y="628650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B23C50"/>
                </a:solidFill>
                <a:latin typeface="Ubuntu Condensed"/>
                <a:ea typeface="Ubuntu Condensed"/>
                <a:cs typeface="Ubuntu Condensed"/>
              </a:defRPr>
            </a:defPPr>
          </a:lstStyle>
          <a:p xmlns:a="http://schemas.openxmlformats.org/drawingml/2006/main">
            <a:pPr>
              <a:defRPr sz="1875">
                <a:solidFill>
                  <a:srgbClr val="B23C50"/>
                </a:solidFill>
                <a:latin typeface="Ubuntu Condensed"/>
                <a:ea typeface="Ubuntu Condensed"/>
                <a:cs typeface="Ubuntu Condensed"/>
              </a:defRPr>
            </a:pPr>
            <a:r>
              <a:rPr sz="1875">
                <a:solidFill>
                  <a:srgbClr val="B23C50"/>
                </a:solidFill>
                <a:latin typeface="Ubuntu Condensed"/>
                <a:ea typeface="Ubuntu Condensed"/>
                <a:cs typeface="Ubuntu Condensed"/>
              </a:rPr>
              <a:t>Select fields, then open Show Me. The options depend on your fields.</a:t>
            </a:r>
          </a:p>
        </p:txBody>
      </p:sp>
    </p:spTree>
    <p:extLst>
      <p:ext uri="{BB962C8B-B14F-4D97-AF65-F5344CB8AC3E}">
        <p14:creationId xmlns:p14="http://schemas.microsoft.com/office/powerpoint/2010/main" val="6841001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493690-55B7-4DAA-AD00-CDF43B4B503B}"/>
              </a:ext>
            </a:extLst>
          </p:cNvPr>
          <p:cNvSpPr>
            <a:spLocks xmlns:a="http://schemas.openxmlformats.org/drawingml/2006/main" noGrp="1"/>
          </p:cNvSpPr>
          <p:nvPr/>
        </p:nvSpPr>
        <p:spPr>
          <a:xfrm xmlns:a="http://schemas.openxmlformats.org/drawingml/2006/main">
            <a:off x="419100"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Tableau chart types: change over time</a:t>
            </a:r>
          </a:p>
        </p:txBody>
      </p:sp>
      <p:sp>
        <p:nvSpPr>
          <p:cNvPr id="2" name="">
            <a:extLst xmlns:a="http://schemas.openxmlformats.org/drawingml/2006/main">
              <a:ext uri="{FF2B5EF4-FFF2-40B4-BE49-F238E27FC236}">
                <a16:creationId xmlns:a16="http://schemas.microsoft.com/office/drawing/2014/main" id="{8D5B663E-B6D0-45D2-BDA4-FCAF76387233}"/>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A line shows a trajectory. An area also emphasizes magnitude.</a:t>
            </a:r>
          </a:p>
        </p:txBody>
      </p:sp>
      <p:sp>
        <p:nvSpPr>
          <p:cNvPr id="3" name="">
            <a:extLst xmlns:a="http://schemas.openxmlformats.org/drawingml/2006/main">
              <a:ext uri="{FF2B5EF4-FFF2-40B4-BE49-F238E27FC236}">
                <a16:creationId xmlns:a16="http://schemas.microsoft.com/office/drawing/2014/main" id="{3D74AF15-0A56-4475-A9EB-8CD405FFFC95}"/>
              </a:ext>
            </a:extLst>
          </p:cNvPr>
          <p:cNvSpPr>
            <a:spLocks xmlns:a="http://schemas.openxmlformats.org/drawingml/2006/main" noGrp="1"/>
          </p:cNvSpPr>
          <p:nvPr/>
        </p:nvSpPr>
        <p:spPr>
          <a:xfrm xmlns:a="http://schemas.openxmlformats.org/drawingml/2006/main">
            <a:off x="4572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Line chart</a:t>
            </a:r>
          </a:p>
        </p:txBody>
      </p:sp>
      <p:sp>
        <p:nvSpPr>
          <p:cNvPr id="4" name="">
            <a:extLst xmlns:a="http://schemas.openxmlformats.org/drawingml/2006/main">
              <a:ext uri="{FF2B5EF4-FFF2-40B4-BE49-F238E27FC236}">
                <a16:creationId xmlns:a16="http://schemas.microsoft.com/office/drawing/2014/main" id="{5D9DAA6B-0336-44D5-95EE-B081B9B73EC6}"/>
              </a:ext>
            </a:extLst>
          </p:cNvPr>
          <p:cNvSpPr>
            <a:spLocks xmlns:a="http://schemas.openxmlformats.org/drawingml/2006/main" noGrp="1"/>
          </p:cNvSpPr>
          <p:nvPr/>
        </p:nvSpPr>
        <p:spPr>
          <a:xfrm xmlns:a="http://schemas.openxmlformats.org/drawingml/2006/main">
            <a:off x="45720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Life expectancy in Japan, China and India</a:t>
            </a:r>
          </a:p>
        </p:txBody>
      </p:sp>
      <p:sp>
        <p:nvSpPr>
          <p:cNvPr id="5" name="">
            <a:extLst xmlns:a="http://schemas.openxmlformats.org/drawingml/2006/main">
              <a:ext uri="{FF2B5EF4-FFF2-40B4-BE49-F238E27FC236}">
                <a16:creationId xmlns:a16="http://schemas.microsoft.com/office/drawing/2014/main" id="{B290A295-8D93-4A2B-AC70-3740EDB962C2}"/>
              </a:ext>
            </a:extLst>
          </p:cNvPr>
          <p:cNvSpPr>
            <a:spLocks xmlns:a="http://schemas.openxmlformats.org/drawingml/2006/main" noGrp="1"/>
          </p:cNvSpPr>
          <p:nvPr/>
        </p:nvSpPr>
        <p:spPr>
          <a:xfrm xmlns:a="http://schemas.openxmlformats.org/drawingml/2006/main">
            <a:off x="657225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Area chart</a:t>
            </a:r>
          </a:p>
        </p:txBody>
      </p:sp>
      <p:sp>
        <p:nvSpPr>
          <p:cNvPr id="6" name="">
            <a:extLst xmlns:a="http://schemas.openxmlformats.org/drawingml/2006/main">
              <a:ext uri="{FF2B5EF4-FFF2-40B4-BE49-F238E27FC236}">
                <a16:creationId xmlns:a16="http://schemas.microsoft.com/office/drawing/2014/main" id="{FEA05ED9-C4FD-4362-8D3C-024D74574476}"/>
              </a:ext>
            </a:extLst>
          </p:cNvPr>
          <p:cNvSpPr>
            <a:spLocks xmlns:a="http://schemas.openxmlformats.org/drawingml/2006/main" noGrp="1"/>
          </p:cNvSpPr>
          <p:nvPr/>
        </p:nvSpPr>
        <p:spPr>
          <a:xfrm xmlns:a="http://schemas.openxmlformats.org/drawingml/2006/main">
            <a:off x="657225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Japan’s population, in millions</a:t>
            </a:r>
          </a:p>
        </p:txBody>
      </p:sp>
      <p:graphicFrame>
        <p:nvGraphicFramePr>
          <p:cNvPr id="7" name="Chart">
            <a:extLst xmlns:a="http://schemas.openxmlformats.org/drawingml/2006/main">
              <a:ext uri="{FF2B5EF4-FFF2-40B4-BE49-F238E27FC236}">
                <a16:creationId xmlns:a16="http://schemas.microsoft.com/office/drawing/2014/main" id="{D56FAC84-8766-41F2-BCDF-B92D5FDCFEDF}"/>
              </a:ext>
            </a:extLst>
          </p:cNvPr>
          <p:cNvGraphicFramePr/>
          <p:nvPr/>
        </p:nvGraphicFramePr>
        <p:xfrm>
          <a:off xmlns:a="http://schemas.openxmlformats.org/drawingml/2006/main" x="228600" y="2762250"/>
          <a:ext xmlns:a="http://schemas.openxmlformats.org/drawingml/2006/main" cx="5619750" cy="3048000"/>
        </p:xfrm>
        <a:graphic xmlns:a="http://schemas.openxmlformats.org/drawingml/2006/main">
          <a:graphicData uri="http://schemas.openxmlformats.org/drawingml/2006/chart">
            <c:chart xmlns:r="http://schemas.openxmlformats.org/officeDocument/2006/relationships" xmlns:c="http://schemas.openxmlformats.org/drawingml/2006/chart" r:id="R1b74407e880a49ae"/>
          </a:graphicData>
        </a:graphic>
      </p:graphicFrame>
      <p:graphicFrame>
        <p:nvGraphicFramePr>
          <p:cNvPr id="8" name="Chart">
            <a:extLst xmlns:a="http://schemas.openxmlformats.org/drawingml/2006/main">
              <a:ext uri="{FF2B5EF4-FFF2-40B4-BE49-F238E27FC236}">
                <a16:creationId xmlns:a16="http://schemas.microsoft.com/office/drawing/2014/main" id="{1F898B20-034C-4FE9-A659-AD75BB946924}"/>
              </a:ext>
            </a:extLst>
          </p:cNvPr>
          <p:cNvGraphicFramePr/>
          <p:nvPr/>
        </p:nvGraphicFramePr>
        <p:xfrm>
          <a:off xmlns:a="http://schemas.openxmlformats.org/drawingml/2006/main" x="6381750" y="2762250"/>
          <a:ext xmlns:a="http://schemas.openxmlformats.org/drawingml/2006/main" cx="5429250" cy="3048000"/>
        </p:xfrm>
        <a:graphic xmlns:a="http://schemas.openxmlformats.org/drawingml/2006/main">
          <a:graphicData uri="http://schemas.openxmlformats.org/drawingml/2006/chart">
            <c:chart xmlns:r="http://schemas.openxmlformats.org/officeDocument/2006/relationships" xmlns:c="http://schemas.openxmlformats.org/drawingml/2006/chart" r:id="Re38ddd6924b64290"/>
          </a:graphicData>
        </a:graphic>
      </p:graphicFrame>
      <p:sp>
        <p:nvSpPr>
          <p:cNvPr id="9" name="">
            <a:extLst xmlns:a="http://schemas.openxmlformats.org/drawingml/2006/main">
              <a:ext uri="{FF2B5EF4-FFF2-40B4-BE49-F238E27FC236}">
                <a16:creationId xmlns:a16="http://schemas.microsoft.com/office/drawing/2014/main" id="{2050B862-8F1E-4758-A25E-E5848A0AB931}"/>
              </a:ext>
            </a:extLst>
          </p:cNvPr>
          <p:cNvSpPr>
            <a:spLocks xmlns:a="http://schemas.openxmlformats.org/drawingml/2006/main" noGrp="1"/>
          </p:cNvSpPr>
          <p:nvPr/>
        </p:nvSpPr>
        <p:spPr>
          <a:xfrm xmlns:a="http://schemas.openxmlformats.org/drawingml/2006/main">
            <a:off x="457200" y="62007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38332E"/>
                </a:solidFill>
                <a:latin typeface="Ubuntu Condensed"/>
                <a:ea typeface="Ubuntu Condensed"/>
                <a:cs typeface="Ubuntu Condensed"/>
              </a:defRPr>
            </a:defPPr>
          </a:lstStyle>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Line: compare trends over time.</a:t>
            </a:r>
          </a:p>
        </p:txBody>
      </p:sp>
      <p:sp>
        <p:nvSpPr>
          <p:cNvPr id="10" name="">
            <a:extLst xmlns:a="http://schemas.openxmlformats.org/drawingml/2006/main">
              <a:ext uri="{FF2B5EF4-FFF2-40B4-BE49-F238E27FC236}">
                <a16:creationId xmlns:a16="http://schemas.microsoft.com/office/drawing/2014/main" id="{9DF6872F-C6FD-41D0-970B-D43B3E6D7638}"/>
              </a:ext>
            </a:extLst>
          </p:cNvPr>
          <p:cNvSpPr>
            <a:spLocks xmlns:a="http://schemas.openxmlformats.org/drawingml/2006/main" noGrp="1"/>
          </p:cNvSpPr>
          <p:nvPr/>
        </p:nvSpPr>
        <p:spPr>
          <a:xfrm xmlns:a="http://schemas.openxmlformats.org/drawingml/2006/main">
            <a:off x="6572250" y="62007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38332E"/>
                </a:solidFill>
                <a:latin typeface="Ubuntu Condensed"/>
                <a:ea typeface="Ubuntu Condensed"/>
                <a:cs typeface="Ubuntu Condensed"/>
              </a:defRPr>
            </a:defPPr>
          </a:lstStyle>
          <a:p xmlns:a="http://schemas.openxmlformats.org/drawingml/2006/main">
            <a:pPr>
              <a:defRPr sz="1875">
                <a:solidFill>
                  <a:srgbClr val="38332E"/>
                </a:solidFill>
                <a:latin typeface="Ubuntu Condensed"/>
                <a:ea typeface="Ubuntu Condensed"/>
                <a:cs typeface="Ubuntu Condensed"/>
              </a:defRPr>
            </a:pPr>
            <a:r>
              <a:rPr sz="1875">
                <a:solidFill>
                  <a:srgbClr val="38332E"/>
                </a:solidFill>
                <a:latin typeface="Ubuntu Condensed"/>
                <a:ea typeface="Ubuntu Condensed"/>
                <a:cs typeface="Ubuntu Condensed"/>
              </a:rPr>
              <a:t>Area: use a meaningful zero baseline.</a:t>
            </a:r>
          </a:p>
        </p:txBody>
      </p:sp>
    </p:spTree>
    <p:extLst>
      <p:ext uri="{BB962C8B-B14F-4D97-AF65-F5344CB8AC3E}">
        <p14:creationId xmlns:p14="http://schemas.microsoft.com/office/powerpoint/2010/main" val="71932821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144B272E-29D5-4076-AE97-4E0D381B3050}"/>
              </a:ext>
            </a:extLst>
          </p:cNvPr>
          <p:cNvSpPr>
            <a:spLocks xmlns:a="http://schemas.openxmlformats.org/drawingml/2006/main" noGrp="1"/>
          </p:cNvSpPr>
          <p:nvPr/>
        </p:nvSpPr>
        <p:spPr>
          <a:xfrm xmlns:a="http://schemas.openxmlformats.org/drawingml/2006/main">
            <a:off x="419100"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Tableau chart types: distributions</a:t>
            </a:r>
          </a:p>
        </p:txBody>
      </p:sp>
      <p:sp>
        <p:nvSpPr>
          <p:cNvPr id="2" name="">
            <a:extLst xmlns:a="http://schemas.openxmlformats.org/drawingml/2006/main">
              <a:ext uri="{FF2B5EF4-FFF2-40B4-BE49-F238E27FC236}">
                <a16:creationId xmlns:a16="http://schemas.microsoft.com/office/drawing/2014/main" id="{03C2E16C-D181-4C1E-9C68-4313AF4D5BE6}"/>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What is typical, and how much variation is there?</a:t>
            </a:r>
          </a:p>
        </p:txBody>
      </p:sp>
      <p:sp>
        <p:nvSpPr>
          <p:cNvPr id="3" name="">
            <a:extLst xmlns:a="http://schemas.openxmlformats.org/drawingml/2006/main">
              <a:ext uri="{FF2B5EF4-FFF2-40B4-BE49-F238E27FC236}">
                <a16:creationId xmlns:a16="http://schemas.microsoft.com/office/drawing/2014/main" id="{D8D29DEA-61A2-4F1D-9A4E-146137398437}"/>
              </a:ext>
            </a:extLst>
          </p:cNvPr>
          <p:cNvSpPr>
            <a:spLocks xmlns:a="http://schemas.openxmlformats.org/drawingml/2006/main" noGrp="1"/>
          </p:cNvSpPr>
          <p:nvPr/>
        </p:nvSpPr>
        <p:spPr>
          <a:xfrm xmlns:a="http://schemas.openxmlformats.org/drawingml/2006/main">
            <a:off x="4572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Histogram</a:t>
            </a:r>
          </a:p>
        </p:txBody>
      </p:sp>
      <p:sp>
        <p:nvSpPr>
          <p:cNvPr id="4" name="">
            <a:extLst xmlns:a="http://schemas.openxmlformats.org/drawingml/2006/main">
              <a:ext uri="{FF2B5EF4-FFF2-40B4-BE49-F238E27FC236}">
                <a16:creationId xmlns:a16="http://schemas.microsoft.com/office/drawing/2014/main" id="{293202FD-A490-4FFC-AE00-C081FACD63F9}"/>
              </a:ext>
            </a:extLst>
          </p:cNvPr>
          <p:cNvSpPr>
            <a:spLocks xmlns:a="http://schemas.openxmlformats.org/drawingml/2006/main" noGrp="1"/>
          </p:cNvSpPr>
          <p:nvPr/>
        </p:nvSpPr>
        <p:spPr>
          <a:xfrm xmlns:a="http://schemas.openxmlformats.org/drawingml/2006/main">
            <a:off x="45720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How many countries fall in each range? (2020)</a:t>
            </a:r>
          </a:p>
        </p:txBody>
      </p:sp>
      <p:sp>
        <p:nvSpPr>
          <p:cNvPr id="5" name="">
            <a:extLst xmlns:a="http://schemas.openxmlformats.org/drawingml/2006/main">
              <a:ext uri="{FF2B5EF4-FFF2-40B4-BE49-F238E27FC236}">
                <a16:creationId xmlns:a16="http://schemas.microsoft.com/office/drawing/2014/main" id="{59A3A23E-365F-4651-BE78-342C683129C5}"/>
              </a:ext>
            </a:extLst>
          </p:cNvPr>
          <p:cNvSpPr>
            <a:spLocks xmlns:a="http://schemas.openxmlformats.org/drawingml/2006/main" noGrp="1"/>
          </p:cNvSpPr>
          <p:nvPr/>
        </p:nvSpPr>
        <p:spPr>
          <a:xfrm xmlns:a="http://schemas.openxmlformats.org/drawingml/2006/main">
            <a:off x="657225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Box-and-whisker plot</a:t>
            </a:r>
          </a:p>
        </p:txBody>
      </p:sp>
      <p:sp>
        <p:nvSpPr>
          <p:cNvPr id="6" name="">
            <a:extLst xmlns:a="http://schemas.openxmlformats.org/drawingml/2006/main">
              <a:ext uri="{FF2B5EF4-FFF2-40B4-BE49-F238E27FC236}">
                <a16:creationId xmlns:a16="http://schemas.microsoft.com/office/drawing/2014/main" id="{6BAF49AD-E244-47C3-932D-CB3AA7835866}"/>
              </a:ext>
            </a:extLst>
          </p:cNvPr>
          <p:cNvSpPr>
            <a:spLocks xmlns:a="http://schemas.openxmlformats.org/drawingml/2006/main" noGrp="1"/>
          </p:cNvSpPr>
          <p:nvPr/>
        </p:nvSpPr>
        <p:spPr>
          <a:xfrm xmlns:a="http://schemas.openxmlformats.org/drawingml/2006/main">
            <a:off x="657225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Country life expectancy within each region (2020)</a:t>
            </a:r>
          </a:p>
        </p:txBody>
      </p:sp>
      <p:graphicFrame>
        <p:nvGraphicFramePr>
          <p:cNvPr id="7" name="Chart">
            <a:extLst xmlns:a="http://schemas.openxmlformats.org/drawingml/2006/main">
              <a:ext uri="{FF2B5EF4-FFF2-40B4-BE49-F238E27FC236}">
                <a16:creationId xmlns:a16="http://schemas.microsoft.com/office/drawing/2014/main" id="{E56A0E56-F61E-43B6-BED9-CFCABFD76569}"/>
              </a:ext>
            </a:extLst>
          </p:cNvPr>
          <p:cNvGraphicFramePr/>
          <p:nvPr/>
        </p:nvGraphicFramePr>
        <p:xfrm>
          <a:off xmlns:a="http://schemas.openxmlformats.org/drawingml/2006/main" x="228600" y="2762250"/>
          <a:ext xmlns:a="http://schemas.openxmlformats.org/drawingml/2006/main" cx="5619750" cy="3048000"/>
        </p:xfrm>
        <a:graphic xmlns:a="http://schemas.openxmlformats.org/drawingml/2006/main">
          <a:graphicData uri="http://schemas.openxmlformats.org/drawingml/2006/chart">
            <c:chart xmlns:r="http://schemas.openxmlformats.org/officeDocument/2006/relationships" xmlns:c="http://schemas.openxmlformats.org/drawingml/2006/chart" r:id="Re4fcc5753da14944"/>
          </a:graphicData>
        </a:graphic>
      </p:graphicFrame>
      <p:sp>
        <p:nvSpPr>
          <p:cNvPr id="8" name="">
            <a:extLst xmlns:a="http://schemas.openxmlformats.org/drawingml/2006/main">
              <a:ext uri="{FF2B5EF4-FFF2-40B4-BE49-F238E27FC236}">
                <a16:creationId xmlns:a16="http://schemas.microsoft.com/office/drawing/2014/main" id="{DFA90AE0-E971-4E17-A709-7BFD7186F647}"/>
              </a:ext>
            </a:extLst>
          </p:cNvPr>
          <p:cNvSpPr>
            <a:spLocks xmlns:a="http://schemas.openxmlformats.org/drawingml/2006/main" noGrp="1"/>
          </p:cNvSpPr>
          <p:nvPr/>
        </p:nvSpPr>
        <p:spPr>
          <a:xfrm xmlns:a="http://schemas.openxmlformats.org/drawingml/2006/main">
            <a:off x="7000875" y="5429250"/>
            <a:ext cx="4619625" cy="9525"/>
          </a:xfrm>
          <a:prstGeom xmlns:a="http://schemas.openxmlformats.org/drawingml/2006/main" prst="rect">
            <a:avLst/>
          </a:prstGeom>
          <a:solidFill xmlns:a="http://schemas.openxmlformats.org/drawingml/2006/main">
            <a:srgbClr val="EAE7E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EFEB65-92A6-406C-88A7-004F31703943}"/>
              </a:ext>
            </a:extLst>
          </p:cNvPr>
          <p:cNvSpPr>
            <a:spLocks xmlns:a="http://schemas.openxmlformats.org/drawingml/2006/main" noGrp="1"/>
          </p:cNvSpPr>
          <p:nvPr/>
        </p:nvSpPr>
        <p:spPr>
          <a:xfrm xmlns:a="http://schemas.openxmlformats.org/drawingml/2006/main">
            <a:off x="6572250" y="53054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a:solidFill>
                  <a:srgbClr val="81796F"/>
                </a:solidFill>
                <a:latin typeface="Ubuntu Condensed"/>
                <a:ea typeface="Ubuntu Condensed"/>
                <a:cs typeface="Ubuntu Condensed"/>
              </a:defRPr>
            </a:defPPr>
          </a:lstStyle>
          <a:p xmlns:a="http://schemas.openxmlformats.org/drawingml/2006/main">
            <a:pPr>
              <a:defRPr sz="1425">
                <a:solidFill>
                  <a:srgbClr val="81796F"/>
                </a:solidFill>
                <a:latin typeface="Ubuntu Condensed"/>
                <a:ea typeface="Ubuntu Condensed"/>
                <a:cs typeface="Ubuntu Condensed"/>
              </a:defRPr>
            </a:pPr>
            <a:r>
              <a:rPr sz="1425">
                <a:solidFill>
                  <a:srgbClr val="81796F"/>
                </a:solidFill>
                <a:latin typeface="Ubuntu Condensed"/>
                <a:ea typeface="Ubuntu Condensed"/>
                <a:cs typeface="Ubuntu Condensed"/>
              </a:rPr>
              <a:t>40</a:t>
            </a:r>
          </a:p>
        </p:txBody>
      </p:sp>
      <p:sp>
        <p:nvSpPr>
          <p:cNvPr id="10" name="">
            <a:extLst xmlns:a="http://schemas.openxmlformats.org/drawingml/2006/main">
              <a:ext uri="{FF2B5EF4-FFF2-40B4-BE49-F238E27FC236}">
                <a16:creationId xmlns:a16="http://schemas.microsoft.com/office/drawing/2014/main" id="{2F1EE76E-F1AE-4BC4-BD3A-2BF03A403CDA}"/>
              </a:ext>
            </a:extLst>
          </p:cNvPr>
          <p:cNvSpPr>
            <a:spLocks xmlns:a="http://schemas.openxmlformats.org/drawingml/2006/main" noGrp="1"/>
          </p:cNvSpPr>
          <p:nvPr/>
        </p:nvSpPr>
        <p:spPr>
          <a:xfrm xmlns:a="http://schemas.openxmlformats.org/drawingml/2006/main">
            <a:off x="7000875" y="4933950"/>
            <a:ext cx="4619625" cy="9525"/>
          </a:xfrm>
          <a:prstGeom xmlns:a="http://schemas.openxmlformats.org/drawingml/2006/main" prst="rect">
            <a:avLst/>
          </a:prstGeom>
          <a:solidFill xmlns:a="http://schemas.openxmlformats.org/drawingml/2006/main">
            <a:srgbClr val="EAE7E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190FD25-A8C9-45EA-94DE-EA7B6CA9C1C9}"/>
              </a:ext>
            </a:extLst>
          </p:cNvPr>
          <p:cNvSpPr>
            <a:spLocks xmlns:a="http://schemas.openxmlformats.org/drawingml/2006/main" noGrp="1"/>
          </p:cNvSpPr>
          <p:nvPr/>
        </p:nvSpPr>
        <p:spPr>
          <a:xfrm xmlns:a="http://schemas.openxmlformats.org/drawingml/2006/main">
            <a:off x="6572250" y="48101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a:solidFill>
                  <a:srgbClr val="81796F"/>
                </a:solidFill>
                <a:latin typeface="Ubuntu Condensed"/>
                <a:ea typeface="Ubuntu Condensed"/>
                <a:cs typeface="Ubuntu Condensed"/>
              </a:defRPr>
            </a:defPPr>
          </a:lstStyle>
          <a:p xmlns:a="http://schemas.openxmlformats.org/drawingml/2006/main">
            <a:pPr>
              <a:defRPr sz="1425">
                <a:solidFill>
                  <a:srgbClr val="81796F"/>
                </a:solidFill>
                <a:latin typeface="Ubuntu Condensed"/>
                <a:ea typeface="Ubuntu Condensed"/>
                <a:cs typeface="Ubuntu Condensed"/>
              </a:defRPr>
            </a:pPr>
            <a:r>
              <a:rPr sz="1425">
                <a:solidFill>
                  <a:srgbClr val="81796F"/>
                </a:solidFill>
                <a:latin typeface="Ubuntu Condensed"/>
                <a:ea typeface="Ubuntu Condensed"/>
                <a:cs typeface="Ubuntu Condensed"/>
              </a:rPr>
              <a:t>50</a:t>
            </a:r>
          </a:p>
        </p:txBody>
      </p:sp>
      <p:sp>
        <p:nvSpPr>
          <p:cNvPr id="12" name="">
            <a:extLst xmlns:a="http://schemas.openxmlformats.org/drawingml/2006/main">
              <a:ext uri="{FF2B5EF4-FFF2-40B4-BE49-F238E27FC236}">
                <a16:creationId xmlns:a16="http://schemas.microsoft.com/office/drawing/2014/main" id="{E427B71F-2212-427F-8F23-D8CA66185B14}"/>
              </a:ext>
            </a:extLst>
          </p:cNvPr>
          <p:cNvSpPr>
            <a:spLocks xmlns:a="http://schemas.openxmlformats.org/drawingml/2006/main" noGrp="1"/>
          </p:cNvSpPr>
          <p:nvPr/>
        </p:nvSpPr>
        <p:spPr>
          <a:xfrm xmlns:a="http://schemas.openxmlformats.org/drawingml/2006/main">
            <a:off x="7000875" y="4438650"/>
            <a:ext cx="4619625" cy="9525"/>
          </a:xfrm>
          <a:prstGeom xmlns:a="http://schemas.openxmlformats.org/drawingml/2006/main" prst="rect">
            <a:avLst/>
          </a:prstGeom>
          <a:solidFill xmlns:a="http://schemas.openxmlformats.org/drawingml/2006/main">
            <a:srgbClr val="EAE7E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237E73B-C8E9-4178-9B4F-B3E4AA6D4832}"/>
              </a:ext>
            </a:extLst>
          </p:cNvPr>
          <p:cNvSpPr>
            <a:spLocks xmlns:a="http://schemas.openxmlformats.org/drawingml/2006/main" noGrp="1"/>
          </p:cNvSpPr>
          <p:nvPr/>
        </p:nvSpPr>
        <p:spPr>
          <a:xfrm xmlns:a="http://schemas.openxmlformats.org/drawingml/2006/main">
            <a:off x="6572250" y="43148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a:solidFill>
                  <a:srgbClr val="81796F"/>
                </a:solidFill>
                <a:latin typeface="Ubuntu Condensed"/>
                <a:ea typeface="Ubuntu Condensed"/>
                <a:cs typeface="Ubuntu Condensed"/>
              </a:defRPr>
            </a:defPPr>
          </a:lstStyle>
          <a:p xmlns:a="http://schemas.openxmlformats.org/drawingml/2006/main">
            <a:pPr>
              <a:defRPr sz="1425">
                <a:solidFill>
                  <a:srgbClr val="81796F"/>
                </a:solidFill>
                <a:latin typeface="Ubuntu Condensed"/>
                <a:ea typeface="Ubuntu Condensed"/>
                <a:cs typeface="Ubuntu Condensed"/>
              </a:defRPr>
            </a:pPr>
            <a:r>
              <a:rPr sz="1425">
                <a:solidFill>
                  <a:srgbClr val="81796F"/>
                </a:solidFill>
                <a:latin typeface="Ubuntu Condensed"/>
                <a:ea typeface="Ubuntu Condensed"/>
                <a:cs typeface="Ubuntu Condensed"/>
              </a:rPr>
              <a:t>60</a:t>
            </a:r>
          </a:p>
        </p:txBody>
      </p:sp>
      <p:sp>
        <p:nvSpPr>
          <p:cNvPr id="14" name="">
            <a:extLst xmlns:a="http://schemas.openxmlformats.org/drawingml/2006/main">
              <a:ext uri="{FF2B5EF4-FFF2-40B4-BE49-F238E27FC236}">
                <a16:creationId xmlns:a16="http://schemas.microsoft.com/office/drawing/2014/main" id="{C93254CA-BD8C-4B92-8159-F6A880C178C7}"/>
              </a:ext>
            </a:extLst>
          </p:cNvPr>
          <p:cNvSpPr>
            <a:spLocks xmlns:a="http://schemas.openxmlformats.org/drawingml/2006/main" noGrp="1"/>
          </p:cNvSpPr>
          <p:nvPr/>
        </p:nvSpPr>
        <p:spPr>
          <a:xfrm xmlns:a="http://schemas.openxmlformats.org/drawingml/2006/main">
            <a:off x="7000875" y="3943350"/>
            <a:ext cx="4619625" cy="9525"/>
          </a:xfrm>
          <a:prstGeom xmlns:a="http://schemas.openxmlformats.org/drawingml/2006/main" prst="rect">
            <a:avLst/>
          </a:prstGeom>
          <a:solidFill xmlns:a="http://schemas.openxmlformats.org/drawingml/2006/main">
            <a:srgbClr val="EAE7E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350925-2841-456E-8C22-FA33CE43B7BE}"/>
              </a:ext>
            </a:extLst>
          </p:cNvPr>
          <p:cNvSpPr>
            <a:spLocks xmlns:a="http://schemas.openxmlformats.org/drawingml/2006/main" noGrp="1"/>
          </p:cNvSpPr>
          <p:nvPr/>
        </p:nvSpPr>
        <p:spPr>
          <a:xfrm xmlns:a="http://schemas.openxmlformats.org/drawingml/2006/main">
            <a:off x="6572250" y="38195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a:solidFill>
                  <a:srgbClr val="81796F"/>
                </a:solidFill>
                <a:latin typeface="Ubuntu Condensed"/>
                <a:ea typeface="Ubuntu Condensed"/>
                <a:cs typeface="Ubuntu Condensed"/>
              </a:defRPr>
            </a:defPPr>
          </a:lstStyle>
          <a:p xmlns:a="http://schemas.openxmlformats.org/drawingml/2006/main">
            <a:pPr>
              <a:defRPr sz="1425">
                <a:solidFill>
                  <a:srgbClr val="81796F"/>
                </a:solidFill>
                <a:latin typeface="Ubuntu Condensed"/>
                <a:ea typeface="Ubuntu Condensed"/>
                <a:cs typeface="Ubuntu Condensed"/>
              </a:defRPr>
            </a:pPr>
            <a:r>
              <a:rPr sz="1425">
                <a:solidFill>
                  <a:srgbClr val="81796F"/>
                </a:solidFill>
                <a:latin typeface="Ubuntu Condensed"/>
                <a:ea typeface="Ubuntu Condensed"/>
                <a:cs typeface="Ubuntu Condensed"/>
              </a:rPr>
              <a:t>70</a:t>
            </a:r>
          </a:p>
        </p:txBody>
      </p:sp>
      <p:sp>
        <p:nvSpPr>
          <p:cNvPr id="16" name="">
            <a:extLst xmlns:a="http://schemas.openxmlformats.org/drawingml/2006/main">
              <a:ext uri="{FF2B5EF4-FFF2-40B4-BE49-F238E27FC236}">
                <a16:creationId xmlns:a16="http://schemas.microsoft.com/office/drawing/2014/main" id="{A910EF14-3662-4A08-8723-B0649F203E13}"/>
              </a:ext>
            </a:extLst>
          </p:cNvPr>
          <p:cNvSpPr>
            <a:spLocks xmlns:a="http://schemas.openxmlformats.org/drawingml/2006/main" noGrp="1"/>
          </p:cNvSpPr>
          <p:nvPr/>
        </p:nvSpPr>
        <p:spPr>
          <a:xfrm xmlns:a="http://schemas.openxmlformats.org/drawingml/2006/main">
            <a:off x="7000875" y="3448050"/>
            <a:ext cx="4619625" cy="9525"/>
          </a:xfrm>
          <a:prstGeom xmlns:a="http://schemas.openxmlformats.org/drawingml/2006/main" prst="rect">
            <a:avLst/>
          </a:prstGeom>
          <a:solidFill xmlns:a="http://schemas.openxmlformats.org/drawingml/2006/main">
            <a:srgbClr val="EAE7E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03A26DA-C1BB-477A-BD7D-51061DE3EEEC}"/>
              </a:ext>
            </a:extLst>
          </p:cNvPr>
          <p:cNvSpPr>
            <a:spLocks xmlns:a="http://schemas.openxmlformats.org/drawingml/2006/main" noGrp="1"/>
          </p:cNvSpPr>
          <p:nvPr/>
        </p:nvSpPr>
        <p:spPr>
          <a:xfrm xmlns:a="http://schemas.openxmlformats.org/drawingml/2006/main">
            <a:off x="6572250" y="33242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a:solidFill>
                  <a:srgbClr val="81796F"/>
                </a:solidFill>
                <a:latin typeface="Ubuntu Condensed"/>
                <a:ea typeface="Ubuntu Condensed"/>
                <a:cs typeface="Ubuntu Condensed"/>
              </a:defRPr>
            </a:defPPr>
          </a:lstStyle>
          <a:p xmlns:a="http://schemas.openxmlformats.org/drawingml/2006/main">
            <a:pPr>
              <a:defRPr sz="1425">
                <a:solidFill>
                  <a:srgbClr val="81796F"/>
                </a:solidFill>
                <a:latin typeface="Ubuntu Condensed"/>
                <a:ea typeface="Ubuntu Condensed"/>
                <a:cs typeface="Ubuntu Condensed"/>
              </a:defRPr>
            </a:pPr>
            <a:r>
              <a:rPr sz="1425">
                <a:solidFill>
                  <a:srgbClr val="81796F"/>
                </a:solidFill>
                <a:latin typeface="Ubuntu Condensed"/>
                <a:ea typeface="Ubuntu Condensed"/>
                <a:cs typeface="Ubuntu Condensed"/>
              </a:rPr>
              <a:t>80</a:t>
            </a:r>
          </a:p>
        </p:txBody>
      </p:sp>
      <p:sp>
        <p:nvSpPr>
          <p:cNvPr id="18" name="">
            <a:extLst xmlns:a="http://schemas.openxmlformats.org/drawingml/2006/main">
              <a:ext uri="{FF2B5EF4-FFF2-40B4-BE49-F238E27FC236}">
                <a16:creationId xmlns:a16="http://schemas.microsoft.com/office/drawing/2014/main" id="{76F87FDD-8C55-4C2B-AC53-A264E8B202B9}"/>
              </a:ext>
            </a:extLst>
          </p:cNvPr>
          <p:cNvSpPr>
            <a:spLocks xmlns:a="http://schemas.openxmlformats.org/drawingml/2006/main" noGrp="1"/>
          </p:cNvSpPr>
          <p:nvPr/>
        </p:nvSpPr>
        <p:spPr>
          <a:xfrm xmlns:a="http://schemas.openxmlformats.org/drawingml/2006/main">
            <a:off x="7000875" y="2952750"/>
            <a:ext cx="4619625" cy="9525"/>
          </a:xfrm>
          <a:prstGeom xmlns:a="http://schemas.openxmlformats.org/drawingml/2006/main" prst="rect">
            <a:avLst/>
          </a:prstGeom>
          <a:solidFill xmlns:a="http://schemas.openxmlformats.org/drawingml/2006/main">
            <a:srgbClr val="EAE7E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CBAF748-0B34-4A60-8E91-EE83901C12A5}"/>
              </a:ext>
            </a:extLst>
          </p:cNvPr>
          <p:cNvSpPr>
            <a:spLocks xmlns:a="http://schemas.openxmlformats.org/drawingml/2006/main" noGrp="1"/>
          </p:cNvSpPr>
          <p:nvPr/>
        </p:nvSpPr>
        <p:spPr>
          <a:xfrm xmlns:a="http://schemas.openxmlformats.org/drawingml/2006/main">
            <a:off x="6572250" y="28289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a:solidFill>
                  <a:srgbClr val="81796F"/>
                </a:solidFill>
                <a:latin typeface="Ubuntu Condensed"/>
                <a:ea typeface="Ubuntu Condensed"/>
                <a:cs typeface="Ubuntu Condensed"/>
              </a:defRPr>
            </a:defPPr>
          </a:lstStyle>
          <a:p xmlns:a="http://schemas.openxmlformats.org/drawingml/2006/main">
            <a:pPr>
              <a:defRPr sz="1425">
                <a:solidFill>
                  <a:srgbClr val="81796F"/>
                </a:solidFill>
                <a:latin typeface="Ubuntu Condensed"/>
                <a:ea typeface="Ubuntu Condensed"/>
                <a:cs typeface="Ubuntu Condensed"/>
              </a:defRPr>
            </a:pPr>
            <a:r>
              <a:rPr sz="1425">
                <a:solidFill>
                  <a:srgbClr val="81796F"/>
                </a:solidFill>
                <a:latin typeface="Ubuntu Condensed"/>
                <a:ea typeface="Ubuntu Condensed"/>
                <a:cs typeface="Ubuntu Condensed"/>
              </a:rPr>
              <a:t>90</a:t>
            </a:r>
          </a:p>
        </p:txBody>
      </p:sp>
      <p:sp>
        <p:nvSpPr>
          <p:cNvPr id="20" name="">
            <a:extLst xmlns:a="http://schemas.openxmlformats.org/drawingml/2006/main">
              <a:ext uri="{FF2B5EF4-FFF2-40B4-BE49-F238E27FC236}">
                <a16:creationId xmlns:a16="http://schemas.microsoft.com/office/drawing/2014/main" id="{90010B45-4E47-4CE1-B254-F35C5BD99685}"/>
              </a:ext>
            </a:extLst>
          </p:cNvPr>
          <p:cNvSpPr>
            <a:spLocks xmlns:a="http://schemas.openxmlformats.org/drawingml/2006/main" noGrp="1"/>
          </p:cNvSpPr>
          <p:nvPr/>
        </p:nvSpPr>
        <p:spPr>
          <a:xfrm xmlns:a="http://schemas.openxmlformats.org/drawingml/2006/main">
            <a:off x="7391400" y="3596640"/>
            <a:ext cx="19050" cy="99060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C5F2CB9-CCE0-4748-9D65-26CD585F350B}"/>
              </a:ext>
            </a:extLst>
          </p:cNvPr>
          <p:cNvSpPr>
            <a:spLocks xmlns:a="http://schemas.openxmlformats.org/drawingml/2006/main" noGrp="1"/>
          </p:cNvSpPr>
          <p:nvPr/>
        </p:nvSpPr>
        <p:spPr>
          <a:xfrm xmlns:a="http://schemas.openxmlformats.org/drawingml/2006/main">
            <a:off x="7267575" y="458724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4013B41-BA97-4030-8BEF-C1A10BBF1EF4}"/>
              </a:ext>
            </a:extLst>
          </p:cNvPr>
          <p:cNvSpPr>
            <a:spLocks xmlns:a="http://schemas.openxmlformats.org/drawingml/2006/main" noGrp="1"/>
          </p:cNvSpPr>
          <p:nvPr/>
        </p:nvSpPr>
        <p:spPr>
          <a:xfrm xmlns:a="http://schemas.openxmlformats.org/drawingml/2006/main">
            <a:off x="7267575" y="359664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BEE368B-9211-4621-81C8-2D76BA3EE8CE}"/>
              </a:ext>
            </a:extLst>
          </p:cNvPr>
          <p:cNvSpPr>
            <a:spLocks xmlns:a="http://schemas.openxmlformats.org/drawingml/2006/main" noGrp="1"/>
          </p:cNvSpPr>
          <p:nvPr/>
        </p:nvSpPr>
        <p:spPr>
          <a:xfrm xmlns:a="http://schemas.openxmlformats.org/drawingml/2006/main">
            <a:off x="7162800" y="4042410"/>
            <a:ext cx="476250" cy="309563"/>
          </a:xfrm>
          <a:prstGeom xmlns:a="http://schemas.openxmlformats.org/drawingml/2006/main" prst="rect">
            <a:avLst/>
          </a:prstGeom>
          <a:solidFill xmlns:a="http://schemas.openxmlformats.org/drawingml/2006/main">
            <a:srgbClr val="E9BBC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496FD51-EB7D-4E1C-A933-58C1C63E8EE6}"/>
              </a:ext>
            </a:extLst>
          </p:cNvPr>
          <p:cNvSpPr>
            <a:spLocks xmlns:a="http://schemas.openxmlformats.org/drawingml/2006/main" noGrp="1"/>
          </p:cNvSpPr>
          <p:nvPr/>
        </p:nvSpPr>
        <p:spPr>
          <a:xfrm xmlns:a="http://schemas.openxmlformats.org/drawingml/2006/main">
            <a:off x="7162800" y="4240530"/>
            <a:ext cx="476250" cy="28575"/>
          </a:xfrm>
          <a:prstGeom xmlns:a="http://schemas.openxmlformats.org/drawingml/2006/main" prst="rect">
            <a:avLst/>
          </a:prstGeom>
          <a:solidFill xmlns:a="http://schemas.openxmlformats.org/drawingml/2006/main">
            <a:srgbClr val="B23C5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64C6DC4-4AAB-4D62-8E79-BFEF1725CFA2}"/>
              </a:ext>
            </a:extLst>
          </p:cNvPr>
          <p:cNvSpPr>
            <a:spLocks xmlns:a="http://schemas.openxmlformats.org/drawingml/2006/main" noGrp="1"/>
          </p:cNvSpPr>
          <p:nvPr/>
        </p:nvSpPr>
        <p:spPr>
          <a:xfrm xmlns:a="http://schemas.openxmlformats.org/drawingml/2006/main">
            <a:off x="7362825" y="4796790"/>
            <a:ext cx="76200" cy="762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B717A67-6F8E-4482-9185-624D7BC98034}"/>
              </a:ext>
            </a:extLst>
          </p:cNvPr>
          <p:cNvSpPr>
            <a:spLocks xmlns:a="http://schemas.openxmlformats.org/drawingml/2006/main" noGrp="1"/>
          </p:cNvSpPr>
          <p:nvPr/>
        </p:nvSpPr>
        <p:spPr>
          <a:xfrm xmlns:a="http://schemas.openxmlformats.org/drawingml/2006/main">
            <a:off x="7362825" y="4796790"/>
            <a:ext cx="76200" cy="762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0A7E1D8-29E4-45D0-B46F-64AA95353C3E}"/>
              </a:ext>
            </a:extLst>
          </p:cNvPr>
          <p:cNvSpPr>
            <a:spLocks xmlns:a="http://schemas.openxmlformats.org/drawingml/2006/main" noGrp="1"/>
          </p:cNvSpPr>
          <p:nvPr/>
        </p:nvSpPr>
        <p:spPr>
          <a:xfrm xmlns:a="http://schemas.openxmlformats.org/drawingml/2006/main">
            <a:off x="6943725" y="5600700"/>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a:solidFill>
                  <a:srgbClr val="38332E"/>
                </a:solidFill>
                <a:latin typeface="Ubuntu Condensed"/>
                <a:ea typeface="Ubuntu Condensed"/>
                <a:cs typeface="Ubuntu Condensed"/>
              </a:defRPr>
            </a:defPPr>
          </a:lstStyle>
          <a:p xmlns:a="http://schemas.openxmlformats.org/drawingml/2006/main">
            <a:pPr algn="ctr">
              <a:defRPr sz="1425">
                <a:solidFill>
                  <a:srgbClr val="38332E"/>
                </a:solidFill>
                <a:latin typeface="Ubuntu Condensed"/>
                <a:ea typeface="Ubuntu Condensed"/>
                <a:cs typeface="Ubuntu Condensed"/>
              </a:defRPr>
            </a:pPr>
            <a:r>
              <a:rPr sz="1425">
                <a:solidFill>
                  <a:srgbClr val="38332E"/>
                </a:solidFill>
                <a:latin typeface="Ubuntu Condensed"/>
                <a:ea typeface="Ubuntu Condensed"/>
                <a:cs typeface="Ubuntu Condensed"/>
              </a:rPr>
              <a:t>Africa</a:t>
            </a:r>
          </a:p>
        </p:txBody>
      </p:sp>
      <p:sp>
        <p:nvSpPr>
          <p:cNvPr id="28" name="">
            <a:extLst xmlns:a="http://schemas.openxmlformats.org/drawingml/2006/main">
              <a:ext uri="{FF2B5EF4-FFF2-40B4-BE49-F238E27FC236}">
                <a16:creationId xmlns:a16="http://schemas.microsoft.com/office/drawing/2014/main" id="{151C4F38-8743-4964-95AF-8FB6F76A6D6A}"/>
              </a:ext>
            </a:extLst>
          </p:cNvPr>
          <p:cNvSpPr>
            <a:spLocks xmlns:a="http://schemas.openxmlformats.org/drawingml/2006/main" noGrp="1"/>
          </p:cNvSpPr>
          <p:nvPr/>
        </p:nvSpPr>
        <p:spPr>
          <a:xfrm xmlns:a="http://schemas.openxmlformats.org/drawingml/2006/main">
            <a:off x="8324850" y="3398520"/>
            <a:ext cx="19050" cy="7429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7C845AB-73E5-44A5-B019-B8CE6DF35F9B}"/>
              </a:ext>
            </a:extLst>
          </p:cNvPr>
          <p:cNvSpPr>
            <a:spLocks xmlns:a="http://schemas.openxmlformats.org/drawingml/2006/main" noGrp="1"/>
          </p:cNvSpPr>
          <p:nvPr/>
        </p:nvSpPr>
        <p:spPr>
          <a:xfrm xmlns:a="http://schemas.openxmlformats.org/drawingml/2006/main">
            <a:off x="8201025" y="414147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E77668C-2D5A-4CEF-A0A0-4792AA272F5A}"/>
              </a:ext>
            </a:extLst>
          </p:cNvPr>
          <p:cNvSpPr>
            <a:spLocks xmlns:a="http://schemas.openxmlformats.org/drawingml/2006/main" noGrp="1"/>
          </p:cNvSpPr>
          <p:nvPr/>
        </p:nvSpPr>
        <p:spPr>
          <a:xfrm xmlns:a="http://schemas.openxmlformats.org/drawingml/2006/main">
            <a:off x="8201025" y="339852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288C92C-44D4-4E15-B2A7-48A9BA9FFA26}"/>
              </a:ext>
            </a:extLst>
          </p:cNvPr>
          <p:cNvSpPr>
            <a:spLocks xmlns:a="http://schemas.openxmlformats.org/drawingml/2006/main" noGrp="1"/>
          </p:cNvSpPr>
          <p:nvPr/>
        </p:nvSpPr>
        <p:spPr>
          <a:xfrm xmlns:a="http://schemas.openxmlformats.org/drawingml/2006/main">
            <a:off x="8096250" y="3633788"/>
            <a:ext cx="476250" cy="210503"/>
          </a:xfrm>
          <a:prstGeom xmlns:a="http://schemas.openxmlformats.org/drawingml/2006/main" prst="rect">
            <a:avLst/>
          </a:prstGeom>
          <a:solidFill xmlns:a="http://schemas.openxmlformats.org/drawingml/2006/main">
            <a:srgbClr val="E9BBC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3D3F95A-1D1A-4883-95EB-56DAC57161FE}"/>
              </a:ext>
            </a:extLst>
          </p:cNvPr>
          <p:cNvSpPr>
            <a:spLocks xmlns:a="http://schemas.openxmlformats.org/drawingml/2006/main" noGrp="1"/>
          </p:cNvSpPr>
          <p:nvPr/>
        </p:nvSpPr>
        <p:spPr>
          <a:xfrm xmlns:a="http://schemas.openxmlformats.org/drawingml/2006/main">
            <a:off x="8096250" y="3745230"/>
            <a:ext cx="476250" cy="28575"/>
          </a:xfrm>
          <a:prstGeom xmlns:a="http://schemas.openxmlformats.org/drawingml/2006/main" prst="rect">
            <a:avLst/>
          </a:prstGeom>
          <a:solidFill xmlns:a="http://schemas.openxmlformats.org/drawingml/2006/main">
            <a:srgbClr val="B23C50"/>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35A3F86-918D-4BB2-8C38-B515E27C996C}"/>
              </a:ext>
            </a:extLst>
          </p:cNvPr>
          <p:cNvSpPr>
            <a:spLocks xmlns:a="http://schemas.openxmlformats.org/drawingml/2006/main" noGrp="1"/>
          </p:cNvSpPr>
          <p:nvPr/>
        </p:nvSpPr>
        <p:spPr>
          <a:xfrm xmlns:a="http://schemas.openxmlformats.org/drawingml/2006/main">
            <a:off x="8296275" y="4251960"/>
            <a:ext cx="76200" cy="762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8501BE1-8EF9-4855-B378-3AB00AF4C7A4}"/>
              </a:ext>
            </a:extLst>
          </p:cNvPr>
          <p:cNvSpPr>
            <a:spLocks xmlns:a="http://schemas.openxmlformats.org/drawingml/2006/main" noGrp="1"/>
          </p:cNvSpPr>
          <p:nvPr/>
        </p:nvSpPr>
        <p:spPr>
          <a:xfrm xmlns:a="http://schemas.openxmlformats.org/drawingml/2006/main">
            <a:off x="7877175" y="5600700"/>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a:solidFill>
                  <a:srgbClr val="38332E"/>
                </a:solidFill>
                <a:latin typeface="Ubuntu Condensed"/>
                <a:ea typeface="Ubuntu Condensed"/>
                <a:cs typeface="Ubuntu Condensed"/>
              </a:defRPr>
            </a:defPPr>
          </a:lstStyle>
          <a:p xmlns:a="http://schemas.openxmlformats.org/drawingml/2006/main">
            <a:pPr algn="ctr">
              <a:defRPr sz="1425">
                <a:solidFill>
                  <a:srgbClr val="38332E"/>
                </a:solidFill>
                <a:latin typeface="Ubuntu Condensed"/>
                <a:ea typeface="Ubuntu Condensed"/>
                <a:cs typeface="Ubuntu Condensed"/>
              </a:defRPr>
            </a:pPr>
            <a:r>
              <a:rPr sz="1425">
                <a:solidFill>
                  <a:srgbClr val="38332E"/>
                </a:solidFill>
                <a:latin typeface="Ubuntu Condensed"/>
                <a:ea typeface="Ubuntu Condensed"/>
                <a:cs typeface="Ubuntu Condensed"/>
              </a:rPr>
              <a:t>Americas</a:t>
            </a:r>
          </a:p>
        </p:txBody>
      </p:sp>
      <p:sp>
        <p:nvSpPr>
          <p:cNvPr id="35" name="">
            <a:extLst xmlns:a="http://schemas.openxmlformats.org/drawingml/2006/main">
              <a:ext uri="{FF2B5EF4-FFF2-40B4-BE49-F238E27FC236}">
                <a16:creationId xmlns:a16="http://schemas.microsoft.com/office/drawing/2014/main" id="{013A29FA-B79C-43AB-AB51-A7CD2ED9C10B}"/>
              </a:ext>
            </a:extLst>
          </p:cNvPr>
          <p:cNvSpPr>
            <a:spLocks xmlns:a="http://schemas.openxmlformats.org/drawingml/2006/main" noGrp="1"/>
          </p:cNvSpPr>
          <p:nvPr/>
        </p:nvSpPr>
        <p:spPr>
          <a:xfrm xmlns:a="http://schemas.openxmlformats.org/drawingml/2006/main">
            <a:off x="9258300" y="3200400"/>
            <a:ext cx="19050" cy="113919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A20F206-8A87-438E-9115-C31443C20EEF}"/>
              </a:ext>
            </a:extLst>
          </p:cNvPr>
          <p:cNvSpPr>
            <a:spLocks xmlns:a="http://schemas.openxmlformats.org/drawingml/2006/main" noGrp="1"/>
          </p:cNvSpPr>
          <p:nvPr/>
        </p:nvSpPr>
        <p:spPr>
          <a:xfrm xmlns:a="http://schemas.openxmlformats.org/drawingml/2006/main">
            <a:off x="9134475" y="433959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35F77CE-1496-48FB-8482-82B75E0DD0E0}"/>
              </a:ext>
            </a:extLst>
          </p:cNvPr>
          <p:cNvSpPr>
            <a:spLocks xmlns:a="http://schemas.openxmlformats.org/drawingml/2006/main" noGrp="1"/>
          </p:cNvSpPr>
          <p:nvPr/>
        </p:nvSpPr>
        <p:spPr>
          <a:xfrm xmlns:a="http://schemas.openxmlformats.org/drawingml/2006/main">
            <a:off x="9134475" y="320040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4CADA89-0C89-4C91-AEB5-6817C11665CE}"/>
              </a:ext>
            </a:extLst>
          </p:cNvPr>
          <p:cNvSpPr>
            <a:spLocks xmlns:a="http://schemas.openxmlformats.org/drawingml/2006/main" noGrp="1"/>
          </p:cNvSpPr>
          <p:nvPr/>
        </p:nvSpPr>
        <p:spPr>
          <a:xfrm xmlns:a="http://schemas.openxmlformats.org/drawingml/2006/main">
            <a:off x="9029700" y="3596640"/>
            <a:ext cx="476250" cy="346710"/>
          </a:xfrm>
          <a:prstGeom xmlns:a="http://schemas.openxmlformats.org/drawingml/2006/main" prst="rect">
            <a:avLst/>
          </a:prstGeom>
          <a:solidFill xmlns:a="http://schemas.openxmlformats.org/drawingml/2006/main">
            <a:srgbClr val="E9BBC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720E18F-AFCE-4719-BAC9-57753B9C2C66}"/>
              </a:ext>
            </a:extLst>
          </p:cNvPr>
          <p:cNvSpPr>
            <a:spLocks xmlns:a="http://schemas.openxmlformats.org/drawingml/2006/main" noGrp="1"/>
          </p:cNvSpPr>
          <p:nvPr/>
        </p:nvSpPr>
        <p:spPr>
          <a:xfrm xmlns:a="http://schemas.openxmlformats.org/drawingml/2006/main">
            <a:off x="9029700" y="3794760"/>
            <a:ext cx="476250" cy="28575"/>
          </a:xfrm>
          <a:prstGeom xmlns:a="http://schemas.openxmlformats.org/drawingml/2006/main" prst="rect">
            <a:avLst/>
          </a:prstGeom>
          <a:solidFill xmlns:a="http://schemas.openxmlformats.org/drawingml/2006/main">
            <a:srgbClr val="B23C50"/>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CDF279C-9EB7-46D6-9D29-BC557C755184}"/>
              </a:ext>
            </a:extLst>
          </p:cNvPr>
          <p:cNvSpPr>
            <a:spLocks xmlns:a="http://schemas.openxmlformats.org/drawingml/2006/main" noGrp="1"/>
          </p:cNvSpPr>
          <p:nvPr/>
        </p:nvSpPr>
        <p:spPr>
          <a:xfrm xmlns:a="http://schemas.openxmlformats.org/drawingml/2006/main">
            <a:off x="8810625" y="5600700"/>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a:solidFill>
                  <a:srgbClr val="38332E"/>
                </a:solidFill>
                <a:latin typeface="Ubuntu Condensed"/>
                <a:ea typeface="Ubuntu Condensed"/>
                <a:cs typeface="Ubuntu Condensed"/>
              </a:defRPr>
            </a:defPPr>
          </a:lstStyle>
          <a:p xmlns:a="http://schemas.openxmlformats.org/drawingml/2006/main">
            <a:pPr algn="ctr">
              <a:defRPr sz="1425">
                <a:solidFill>
                  <a:srgbClr val="38332E"/>
                </a:solidFill>
                <a:latin typeface="Ubuntu Condensed"/>
                <a:ea typeface="Ubuntu Condensed"/>
                <a:cs typeface="Ubuntu Condensed"/>
              </a:defRPr>
            </a:pPr>
            <a:r>
              <a:rPr sz="1425">
                <a:solidFill>
                  <a:srgbClr val="38332E"/>
                </a:solidFill>
                <a:latin typeface="Ubuntu Condensed"/>
                <a:ea typeface="Ubuntu Condensed"/>
                <a:cs typeface="Ubuntu Condensed"/>
              </a:rPr>
              <a:t>Asia</a:t>
            </a:r>
          </a:p>
        </p:txBody>
      </p:sp>
      <p:sp>
        <p:nvSpPr>
          <p:cNvPr id="41" name="">
            <a:extLst xmlns:a="http://schemas.openxmlformats.org/drawingml/2006/main">
              <a:ext uri="{FF2B5EF4-FFF2-40B4-BE49-F238E27FC236}">
                <a16:creationId xmlns:a16="http://schemas.microsoft.com/office/drawing/2014/main" id="{3DEBDC8A-03A8-4A0D-956C-E68E337D2C06}"/>
              </a:ext>
            </a:extLst>
          </p:cNvPr>
          <p:cNvSpPr>
            <a:spLocks xmlns:a="http://schemas.openxmlformats.org/drawingml/2006/main" noGrp="1"/>
          </p:cNvSpPr>
          <p:nvPr/>
        </p:nvSpPr>
        <p:spPr>
          <a:xfrm xmlns:a="http://schemas.openxmlformats.org/drawingml/2006/main">
            <a:off x="10191750" y="3249930"/>
            <a:ext cx="19050" cy="69342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CBEB58D-F12F-4541-8F82-2AE230780FF1}"/>
              </a:ext>
            </a:extLst>
          </p:cNvPr>
          <p:cNvSpPr>
            <a:spLocks xmlns:a="http://schemas.openxmlformats.org/drawingml/2006/main" noGrp="1"/>
          </p:cNvSpPr>
          <p:nvPr/>
        </p:nvSpPr>
        <p:spPr>
          <a:xfrm xmlns:a="http://schemas.openxmlformats.org/drawingml/2006/main">
            <a:off x="10067925" y="394335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EED28FE-6465-4B94-8DA3-0DED0A263EEC}"/>
              </a:ext>
            </a:extLst>
          </p:cNvPr>
          <p:cNvSpPr>
            <a:spLocks xmlns:a="http://schemas.openxmlformats.org/drawingml/2006/main" noGrp="1"/>
          </p:cNvSpPr>
          <p:nvPr/>
        </p:nvSpPr>
        <p:spPr>
          <a:xfrm xmlns:a="http://schemas.openxmlformats.org/drawingml/2006/main">
            <a:off x="10067925" y="324993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BABC5E3-BDC0-47FC-B61C-8FF0C2C67596}"/>
              </a:ext>
            </a:extLst>
          </p:cNvPr>
          <p:cNvSpPr>
            <a:spLocks xmlns:a="http://schemas.openxmlformats.org/drawingml/2006/main" noGrp="1"/>
          </p:cNvSpPr>
          <p:nvPr/>
        </p:nvSpPr>
        <p:spPr>
          <a:xfrm xmlns:a="http://schemas.openxmlformats.org/drawingml/2006/main">
            <a:off x="9963150" y="3398520"/>
            <a:ext cx="476250" cy="272415"/>
          </a:xfrm>
          <a:prstGeom xmlns:a="http://schemas.openxmlformats.org/drawingml/2006/main" prst="rect">
            <a:avLst/>
          </a:prstGeom>
          <a:solidFill xmlns:a="http://schemas.openxmlformats.org/drawingml/2006/main">
            <a:srgbClr val="E9BBC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DC4B786F-A672-4CDA-AFD7-75B036575A32}"/>
              </a:ext>
            </a:extLst>
          </p:cNvPr>
          <p:cNvSpPr>
            <a:spLocks xmlns:a="http://schemas.openxmlformats.org/drawingml/2006/main" noGrp="1"/>
          </p:cNvSpPr>
          <p:nvPr/>
        </p:nvSpPr>
        <p:spPr>
          <a:xfrm xmlns:a="http://schemas.openxmlformats.org/drawingml/2006/main">
            <a:off x="9963150" y="3448050"/>
            <a:ext cx="476250" cy="28575"/>
          </a:xfrm>
          <a:prstGeom xmlns:a="http://schemas.openxmlformats.org/drawingml/2006/main" prst="rect">
            <a:avLst/>
          </a:prstGeom>
          <a:solidFill xmlns:a="http://schemas.openxmlformats.org/drawingml/2006/main">
            <a:srgbClr val="B23C50"/>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7D846BF-2CFE-4CE9-83FE-C72416BD5FCB}"/>
              </a:ext>
            </a:extLst>
          </p:cNvPr>
          <p:cNvSpPr>
            <a:spLocks xmlns:a="http://schemas.openxmlformats.org/drawingml/2006/main" noGrp="1"/>
          </p:cNvSpPr>
          <p:nvPr/>
        </p:nvSpPr>
        <p:spPr>
          <a:xfrm xmlns:a="http://schemas.openxmlformats.org/drawingml/2006/main">
            <a:off x="9744075" y="5600700"/>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a:solidFill>
                  <a:srgbClr val="38332E"/>
                </a:solidFill>
                <a:latin typeface="Ubuntu Condensed"/>
                <a:ea typeface="Ubuntu Condensed"/>
                <a:cs typeface="Ubuntu Condensed"/>
              </a:defRPr>
            </a:defPPr>
          </a:lstStyle>
          <a:p xmlns:a="http://schemas.openxmlformats.org/drawingml/2006/main">
            <a:pPr algn="ctr">
              <a:defRPr sz="1425">
                <a:solidFill>
                  <a:srgbClr val="38332E"/>
                </a:solidFill>
                <a:latin typeface="Ubuntu Condensed"/>
                <a:ea typeface="Ubuntu Condensed"/>
                <a:cs typeface="Ubuntu Condensed"/>
              </a:defRPr>
            </a:pPr>
            <a:r>
              <a:rPr sz="1425">
                <a:solidFill>
                  <a:srgbClr val="38332E"/>
                </a:solidFill>
                <a:latin typeface="Ubuntu Condensed"/>
                <a:ea typeface="Ubuntu Condensed"/>
                <a:cs typeface="Ubuntu Condensed"/>
              </a:rPr>
              <a:t>Europe</a:t>
            </a:r>
          </a:p>
        </p:txBody>
      </p:sp>
      <p:sp>
        <p:nvSpPr>
          <p:cNvPr id="47" name="">
            <a:extLst xmlns:a="http://schemas.openxmlformats.org/drawingml/2006/main">
              <a:ext uri="{FF2B5EF4-FFF2-40B4-BE49-F238E27FC236}">
                <a16:creationId xmlns:a16="http://schemas.microsoft.com/office/drawing/2014/main" id="{C4DCE50E-B54E-4AA1-B0AF-91F9031821B8}"/>
              </a:ext>
            </a:extLst>
          </p:cNvPr>
          <p:cNvSpPr>
            <a:spLocks xmlns:a="http://schemas.openxmlformats.org/drawingml/2006/main" noGrp="1"/>
          </p:cNvSpPr>
          <p:nvPr/>
        </p:nvSpPr>
        <p:spPr>
          <a:xfrm xmlns:a="http://schemas.openxmlformats.org/drawingml/2006/main">
            <a:off x="11125200" y="3794760"/>
            <a:ext cx="19050" cy="69342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312A982-7913-4625-ADC2-78C8E264DE12}"/>
              </a:ext>
            </a:extLst>
          </p:cNvPr>
          <p:cNvSpPr>
            <a:spLocks xmlns:a="http://schemas.openxmlformats.org/drawingml/2006/main" noGrp="1"/>
          </p:cNvSpPr>
          <p:nvPr/>
        </p:nvSpPr>
        <p:spPr>
          <a:xfrm xmlns:a="http://schemas.openxmlformats.org/drawingml/2006/main">
            <a:off x="11001375" y="448818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BC17CD3-BC7B-49D8-8704-C8A84737E8A1}"/>
              </a:ext>
            </a:extLst>
          </p:cNvPr>
          <p:cNvSpPr>
            <a:spLocks xmlns:a="http://schemas.openxmlformats.org/drawingml/2006/main" noGrp="1"/>
          </p:cNvSpPr>
          <p:nvPr/>
        </p:nvSpPr>
        <p:spPr>
          <a:xfrm xmlns:a="http://schemas.openxmlformats.org/drawingml/2006/main">
            <a:off x="11001375" y="3794760"/>
            <a:ext cx="266700" cy="19050"/>
          </a:xfrm>
          <a:prstGeom xmlns:a="http://schemas.openxmlformats.org/drawingml/2006/main" prst="rect">
            <a:avLst/>
          </a:prstGeom>
          <a:solidFill xmlns:a="http://schemas.openxmlformats.org/drawingml/2006/main">
            <a:srgbClr val="81796F"/>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5049FCD4-5F8A-4823-834D-F584CDC214B2}"/>
              </a:ext>
            </a:extLst>
          </p:cNvPr>
          <p:cNvSpPr>
            <a:spLocks xmlns:a="http://schemas.openxmlformats.org/drawingml/2006/main" noGrp="1"/>
          </p:cNvSpPr>
          <p:nvPr/>
        </p:nvSpPr>
        <p:spPr>
          <a:xfrm xmlns:a="http://schemas.openxmlformats.org/drawingml/2006/main">
            <a:off x="10896600" y="3893820"/>
            <a:ext cx="476250" cy="297180"/>
          </a:xfrm>
          <a:prstGeom xmlns:a="http://schemas.openxmlformats.org/drawingml/2006/main" prst="rect">
            <a:avLst/>
          </a:prstGeom>
          <a:solidFill xmlns:a="http://schemas.openxmlformats.org/drawingml/2006/main">
            <a:srgbClr val="E9BBC3"/>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7160667C-A07A-4DCB-B8B5-B842FC54AD40}"/>
              </a:ext>
            </a:extLst>
          </p:cNvPr>
          <p:cNvSpPr>
            <a:spLocks xmlns:a="http://schemas.openxmlformats.org/drawingml/2006/main" noGrp="1"/>
          </p:cNvSpPr>
          <p:nvPr/>
        </p:nvSpPr>
        <p:spPr>
          <a:xfrm xmlns:a="http://schemas.openxmlformats.org/drawingml/2006/main">
            <a:off x="10896600" y="4042410"/>
            <a:ext cx="476250" cy="28575"/>
          </a:xfrm>
          <a:prstGeom xmlns:a="http://schemas.openxmlformats.org/drawingml/2006/main" prst="rect">
            <a:avLst/>
          </a:prstGeom>
          <a:solidFill xmlns:a="http://schemas.openxmlformats.org/drawingml/2006/main">
            <a:srgbClr val="B23C50"/>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4466C7B3-136E-4986-9DCD-05779ABF78F8}"/>
              </a:ext>
            </a:extLst>
          </p:cNvPr>
          <p:cNvSpPr>
            <a:spLocks xmlns:a="http://schemas.openxmlformats.org/drawingml/2006/main" noGrp="1"/>
          </p:cNvSpPr>
          <p:nvPr/>
        </p:nvSpPr>
        <p:spPr>
          <a:xfrm xmlns:a="http://schemas.openxmlformats.org/drawingml/2006/main">
            <a:off x="11096625" y="3310890"/>
            <a:ext cx="76200" cy="762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D8B85009-2BD7-4B14-B832-E60CC320217A}"/>
              </a:ext>
            </a:extLst>
          </p:cNvPr>
          <p:cNvSpPr>
            <a:spLocks xmlns:a="http://schemas.openxmlformats.org/drawingml/2006/main" noGrp="1"/>
          </p:cNvSpPr>
          <p:nvPr/>
        </p:nvSpPr>
        <p:spPr>
          <a:xfrm xmlns:a="http://schemas.openxmlformats.org/drawingml/2006/main">
            <a:off x="11096625" y="3211830"/>
            <a:ext cx="76200" cy="76200"/>
          </a:xfrm>
          <a:prstGeom xmlns:a="http://schemas.openxmlformats.org/drawingml/2006/main" prst="ellipse">
            <a:avLst/>
          </a:prstGeom>
          <a:solidFill xmlns:a="http://schemas.openxmlformats.org/drawingml/2006/main">
            <a:srgbClr val="B23C50"/>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3E1AD127-9C2A-43E3-B027-E8404334BB97}"/>
              </a:ext>
            </a:extLst>
          </p:cNvPr>
          <p:cNvSpPr>
            <a:spLocks xmlns:a="http://schemas.openxmlformats.org/drawingml/2006/main" noGrp="1"/>
          </p:cNvSpPr>
          <p:nvPr/>
        </p:nvSpPr>
        <p:spPr>
          <a:xfrm xmlns:a="http://schemas.openxmlformats.org/drawingml/2006/main">
            <a:off x="10677525" y="5600700"/>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a:solidFill>
                  <a:srgbClr val="38332E"/>
                </a:solidFill>
                <a:latin typeface="Ubuntu Condensed"/>
                <a:ea typeface="Ubuntu Condensed"/>
                <a:cs typeface="Ubuntu Condensed"/>
              </a:defRPr>
            </a:defPPr>
          </a:lstStyle>
          <a:p xmlns:a="http://schemas.openxmlformats.org/drawingml/2006/main">
            <a:pPr algn="ctr">
              <a:defRPr sz="1425">
                <a:solidFill>
                  <a:srgbClr val="38332E"/>
                </a:solidFill>
                <a:latin typeface="Ubuntu Condensed"/>
                <a:ea typeface="Ubuntu Condensed"/>
                <a:cs typeface="Ubuntu Condensed"/>
              </a:defRPr>
            </a:pPr>
            <a:r>
              <a:rPr sz="1425">
                <a:solidFill>
                  <a:srgbClr val="38332E"/>
                </a:solidFill>
                <a:latin typeface="Ubuntu Condensed"/>
                <a:ea typeface="Ubuntu Condensed"/>
                <a:cs typeface="Ubuntu Condensed"/>
              </a:rPr>
              <a:t>Oceania</a:t>
            </a:r>
          </a:p>
        </p:txBody>
      </p:sp>
      <p:sp>
        <p:nvSpPr>
          <p:cNvPr id="55" name="">
            <a:extLst xmlns:a="http://schemas.openxmlformats.org/drawingml/2006/main">
              <a:ext uri="{FF2B5EF4-FFF2-40B4-BE49-F238E27FC236}">
                <a16:creationId xmlns:a16="http://schemas.microsoft.com/office/drawing/2014/main" id="{6DE2CB67-0691-4627-8375-1D095FFC30F2}"/>
              </a:ext>
            </a:extLst>
          </p:cNvPr>
          <p:cNvSpPr>
            <a:spLocks xmlns:a="http://schemas.openxmlformats.org/drawingml/2006/main" noGrp="1"/>
          </p:cNvSpPr>
          <p:nvPr/>
        </p:nvSpPr>
        <p:spPr>
          <a:xfrm xmlns:a="http://schemas.openxmlformats.org/drawingml/2006/main">
            <a:off x="457200" y="62007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A histogram counts values in numeric bins.</a:t>
            </a:r>
          </a:p>
        </p:txBody>
      </p:sp>
      <p:sp>
        <p:nvSpPr>
          <p:cNvPr id="56" name="">
            <a:extLst xmlns:a="http://schemas.openxmlformats.org/drawingml/2006/main">
              <a:ext uri="{FF2B5EF4-FFF2-40B4-BE49-F238E27FC236}">
                <a16:creationId xmlns:a16="http://schemas.microsoft.com/office/drawing/2014/main" id="{262CFD9F-5842-479A-B66C-29D198BF3E02}"/>
              </a:ext>
            </a:extLst>
          </p:cNvPr>
          <p:cNvSpPr>
            <a:spLocks xmlns:a="http://schemas.openxmlformats.org/drawingml/2006/main" noGrp="1"/>
          </p:cNvSpPr>
          <p:nvPr/>
        </p:nvSpPr>
        <p:spPr>
          <a:xfrm xmlns:a="http://schemas.openxmlformats.org/drawingml/2006/main">
            <a:off x="6572250" y="62007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Median, middle 50%, spread and outliers.</a:t>
            </a:r>
          </a:p>
        </p:txBody>
      </p:sp>
    </p:spTree>
    <p:extLst>
      <p:ext uri="{BB962C8B-B14F-4D97-AF65-F5344CB8AC3E}">
        <p14:creationId xmlns:p14="http://schemas.microsoft.com/office/powerpoint/2010/main" val="1585431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 name="">
            <a:extLst xmlns:a="http://schemas.openxmlformats.org/drawingml/2006/main">
              <a:ext uri="{FF2B5EF4-FFF2-40B4-BE49-F238E27FC236}">
                <a16:creationId xmlns:a16="http://schemas.microsoft.com/office/drawing/2014/main" id="{562CD8F9-6222-4F25-A4AD-5D087FD40E0F}"/>
              </a:ext>
            </a:extLst>
          </p:cNvPr>
          <p:cNvSpPr>
            <a:spLocks xmlns:a="http://schemas.openxmlformats.org/drawingml/2006/main" noGrp="1"/>
          </p:cNvSpPr>
          <p:nvPr/>
        </p:nvSpPr>
        <p:spPr>
          <a:xfrm xmlns:a="http://schemas.openxmlformats.org/drawingml/2006/main">
            <a:off x="419100"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Tableau chart types: relationships and patterns</a:t>
            </a:r>
          </a:p>
        </p:txBody>
      </p:sp>
      <p:sp>
        <p:nvSpPr>
          <p:cNvPr id="2" name="">
            <a:extLst xmlns:a="http://schemas.openxmlformats.org/drawingml/2006/main">
              <a:ext uri="{FF2B5EF4-FFF2-40B4-BE49-F238E27FC236}">
                <a16:creationId xmlns:a16="http://schemas.microsoft.com/office/drawing/2014/main" id="{7A336AFC-0A08-4015-A578-5449ABFBE43A}"/>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One pair of measures, or a matrix of repeated comparisons</a:t>
            </a:r>
          </a:p>
        </p:txBody>
      </p:sp>
      <p:sp>
        <p:nvSpPr>
          <p:cNvPr id="3" name="">
            <a:extLst xmlns:a="http://schemas.openxmlformats.org/drawingml/2006/main">
              <a:ext uri="{FF2B5EF4-FFF2-40B4-BE49-F238E27FC236}">
                <a16:creationId xmlns:a16="http://schemas.microsoft.com/office/drawing/2014/main" id="{05957EE1-CC80-414E-A0F5-E55DE32B40DD}"/>
              </a:ext>
            </a:extLst>
          </p:cNvPr>
          <p:cNvSpPr>
            <a:spLocks xmlns:a="http://schemas.openxmlformats.org/drawingml/2006/main" noGrp="1"/>
          </p:cNvSpPr>
          <p:nvPr/>
        </p:nvSpPr>
        <p:spPr>
          <a:xfrm xmlns:a="http://schemas.openxmlformats.org/drawingml/2006/main">
            <a:off x="4572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Scatter plot</a:t>
            </a:r>
          </a:p>
        </p:txBody>
      </p:sp>
      <p:sp>
        <p:nvSpPr>
          <p:cNvPr id="4" name="">
            <a:extLst xmlns:a="http://schemas.openxmlformats.org/drawingml/2006/main">
              <a:ext uri="{FF2B5EF4-FFF2-40B4-BE49-F238E27FC236}">
                <a16:creationId xmlns:a16="http://schemas.microsoft.com/office/drawing/2014/main" id="{EBCE85F3-D591-4416-A29C-2A963F573630}"/>
              </a:ext>
            </a:extLst>
          </p:cNvPr>
          <p:cNvSpPr>
            <a:spLocks xmlns:a="http://schemas.openxmlformats.org/drawingml/2006/main" noGrp="1"/>
          </p:cNvSpPr>
          <p:nvPr/>
        </p:nvSpPr>
        <p:spPr>
          <a:xfrm xmlns:a="http://schemas.openxmlformats.org/drawingml/2006/main">
            <a:off x="45720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GDP and life expectancy, one circle per country</a:t>
            </a:r>
          </a:p>
        </p:txBody>
      </p:sp>
      <p:sp>
        <p:nvSpPr>
          <p:cNvPr id="5" name="">
            <a:extLst xmlns:a="http://schemas.openxmlformats.org/drawingml/2006/main">
              <a:ext uri="{FF2B5EF4-FFF2-40B4-BE49-F238E27FC236}">
                <a16:creationId xmlns:a16="http://schemas.microsoft.com/office/drawing/2014/main" id="{343716B4-B8C7-43CD-B073-1A1ADF0D0E4D}"/>
              </a:ext>
            </a:extLst>
          </p:cNvPr>
          <p:cNvSpPr>
            <a:spLocks xmlns:a="http://schemas.openxmlformats.org/drawingml/2006/main" noGrp="1"/>
          </p:cNvSpPr>
          <p:nvPr/>
        </p:nvSpPr>
        <p:spPr>
          <a:xfrm xmlns:a="http://schemas.openxmlformats.org/drawingml/2006/main">
            <a:off x="657225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Highlight table</a:t>
            </a:r>
          </a:p>
        </p:txBody>
      </p:sp>
      <p:sp>
        <p:nvSpPr>
          <p:cNvPr id="6" name="">
            <a:extLst xmlns:a="http://schemas.openxmlformats.org/drawingml/2006/main">
              <a:ext uri="{FF2B5EF4-FFF2-40B4-BE49-F238E27FC236}">
                <a16:creationId xmlns:a16="http://schemas.microsoft.com/office/drawing/2014/main" id="{40F03313-E4DE-45CB-A033-7312FFE3296F}"/>
              </a:ext>
            </a:extLst>
          </p:cNvPr>
          <p:cNvSpPr>
            <a:spLocks xmlns:a="http://schemas.openxmlformats.org/drawingml/2006/main" noGrp="1"/>
          </p:cNvSpPr>
          <p:nvPr/>
        </p:nvSpPr>
        <p:spPr>
          <a:xfrm xmlns:a="http://schemas.openxmlformats.org/drawingml/2006/main">
            <a:off x="657225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Life expectancy by country and decade</a:t>
            </a:r>
          </a:p>
        </p:txBody>
      </p:sp>
      <p:graphicFrame>
        <p:nvGraphicFramePr>
          <p:cNvPr id="7" name="Chart">
            <a:extLst xmlns:a="http://schemas.openxmlformats.org/drawingml/2006/main">
              <a:ext uri="{FF2B5EF4-FFF2-40B4-BE49-F238E27FC236}">
                <a16:creationId xmlns:a16="http://schemas.microsoft.com/office/drawing/2014/main" id="{3921AB6A-46E0-4E56-AF93-97185BE3E868}"/>
              </a:ext>
            </a:extLst>
          </p:cNvPr>
          <p:cNvGraphicFramePr/>
          <p:nvPr/>
        </p:nvGraphicFramePr>
        <p:xfrm>
          <a:off xmlns:a="http://schemas.openxmlformats.org/drawingml/2006/main" x="228600" y="2762250"/>
          <a:ext xmlns:a="http://schemas.openxmlformats.org/drawingml/2006/main" cx="5619750" cy="3048000"/>
        </p:xfrm>
        <a:graphic xmlns:a="http://schemas.openxmlformats.org/drawingml/2006/main">
          <a:graphicData uri="http://schemas.openxmlformats.org/drawingml/2006/chart">
            <c:chart xmlns:r="http://schemas.openxmlformats.org/officeDocument/2006/relationships" xmlns:c="http://schemas.openxmlformats.org/drawingml/2006/chart" r:id="Rb9a42f57ca1f4ea2"/>
          </a:graphicData>
        </a:graphic>
      </p:graphicFrame>
      <p:sp>
        <p:nvSpPr>
          <p:cNvPr id="8" name="">
            <a:extLst xmlns:a="http://schemas.openxmlformats.org/drawingml/2006/main">
              <a:ext uri="{FF2B5EF4-FFF2-40B4-BE49-F238E27FC236}">
                <a16:creationId xmlns:a16="http://schemas.microsoft.com/office/drawing/2014/main" id="{18AEF622-7E9A-4552-8FF2-1098011F74DD}"/>
              </a:ext>
            </a:extLst>
          </p:cNvPr>
          <p:cNvSpPr>
            <a:spLocks xmlns:a="http://schemas.openxmlformats.org/drawingml/2006/main" noGrp="1"/>
          </p:cNvSpPr>
          <p:nvPr/>
        </p:nvSpPr>
        <p:spPr>
          <a:xfrm xmlns:a="http://schemas.openxmlformats.org/drawingml/2006/main">
            <a:off x="8001000" y="2762250"/>
            <a:ext cx="72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38332E"/>
                </a:solidFill>
                <a:latin typeface="Ubuntu Condensed"/>
                <a:ea typeface="Ubuntu Condensed"/>
                <a:cs typeface="Ubuntu Condensed"/>
              </a:defRPr>
            </a:defPPr>
          </a:lstStyle>
          <a:p xmlns:a="http://schemas.openxmlformats.org/drawingml/2006/main">
            <a:pPr>
              <a:defRPr sz="1575">
                <a:solidFill>
                  <a:srgbClr val="38332E"/>
                </a:solidFill>
                <a:latin typeface="Ubuntu Condensed"/>
                <a:ea typeface="Ubuntu Condensed"/>
                <a:cs typeface="Ubuntu Condensed"/>
              </a:defRPr>
            </a:pPr>
            <a:r>
              <a:rPr sz="1575">
                <a:solidFill>
                  <a:srgbClr val="38332E"/>
                </a:solidFill>
                <a:latin typeface="Ubuntu Condensed"/>
                <a:ea typeface="Ubuntu Condensed"/>
                <a:cs typeface="Ubuntu Condensed"/>
              </a:rPr>
              <a:t>1980</a:t>
            </a:r>
          </a:p>
        </p:txBody>
      </p:sp>
      <p:sp>
        <p:nvSpPr>
          <p:cNvPr id="9" name="">
            <a:extLst xmlns:a="http://schemas.openxmlformats.org/drawingml/2006/main">
              <a:ext uri="{FF2B5EF4-FFF2-40B4-BE49-F238E27FC236}">
                <a16:creationId xmlns:a16="http://schemas.microsoft.com/office/drawing/2014/main" id="{645091D8-8A47-4BA6-9826-99C0B9E91575}"/>
              </a:ext>
            </a:extLst>
          </p:cNvPr>
          <p:cNvSpPr>
            <a:spLocks xmlns:a="http://schemas.openxmlformats.org/drawingml/2006/main" noGrp="1"/>
          </p:cNvSpPr>
          <p:nvPr/>
        </p:nvSpPr>
        <p:spPr>
          <a:xfrm xmlns:a="http://schemas.openxmlformats.org/drawingml/2006/main">
            <a:off x="8724900" y="2762250"/>
            <a:ext cx="72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38332E"/>
                </a:solidFill>
                <a:latin typeface="Ubuntu Condensed"/>
                <a:ea typeface="Ubuntu Condensed"/>
                <a:cs typeface="Ubuntu Condensed"/>
              </a:defRPr>
            </a:defPPr>
          </a:lstStyle>
          <a:p xmlns:a="http://schemas.openxmlformats.org/drawingml/2006/main">
            <a:pPr>
              <a:defRPr sz="1575">
                <a:solidFill>
                  <a:srgbClr val="38332E"/>
                </a:solidFill>
                <a:latin typeface="Ubuntu Condensed"/>
                <a:ea typeface="Ubuntu Condensed"/>
                <a:cs typeface="Ubuntu Condensed"/>
              </a:defRPr>
            </a:pPr>
            <a:r>
              <a:rPr sz="1575">
                <a:solidFill>
                  <a:srgbClr val="38332E"/>
                </a:solidFill>
                <a:latin typeface="Ubuntu Condensed"/>
                <a:ea typeface="Ubuntu Condensed"/>
                <a:cs typeface="Ubuntu Condensed"/>
              </a:rPr>
              <a:t>1990</a:t>
            </a:r>
          </a:p>
        </p:txBody>
      </p:sp>
      <p:sp>
        <p:nvSpPr>
          <p:cNvPr id="10" name="">
            <a:extLst xmlns:a="http://schemas.openxmlformats.org/drawingml/2006/main">
              <a:ext uri="{FF2B5EF4-FFF2-40B4-BE49-F238E27FC236}">
                <a16:creationId xmlns:a16="http://schemas.microsoft.com/office/drawing/2014/main" id="{68F6D6BF-5FDA-4ACB-BAAE-D11A9E38790B}"/>
              </a:ext>
            </a:extLst>
          </p:cNvPr>
          <p:cNvSpPr>
            <a:spLocks xmlns:a="http://schemas.openxmlformats.org/drawingml/2006/main" noGrp="1"/>
          </p:cNvSpPr>
          <p:nvPr/>
        </p:nvSpPr>
        <p:spPr>
          <a:xfrm xmlns:a="http://schemas.openxmlformats.org/drawingml/2006/main">
            <a:off x="9448800" y="2762250"/>
            <a:ext cx="72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38332E"/>
                </a:solidFill>
                <a:latin typeface="Ubuntu Condensed"/>
                <a:ea typeface="Ubuntu Condensed"/>
                <a:cs typeface="Ubuntu Condensed"/>
              </a:defRPr>
            </a:defPPr>
          </a:lstStyle>
          <a:p xmlns:a="http://schemas.openxmlformats.org/drawingml/2006/main">
            <a:pPr>
              <a:defRPr sz="1575">
                <a:solidFill>
                  <a:srgbClr val="38332E"/>
                </a:solidFill>
                <a:latin typeface="Ubuntu Condensed"/>
                <a:ea typeface="Ubuntu Condensed"/>
                <a:cs typeface="Ubuntu Condensed"/>
              </a:defRPr>
            </a:pPr>
            <a:r>
              <a:rPr sz="1575">
                <a:solidFill>
                  <a:srgbClr val="38332E"/>
                </a:solidFill>
                <a:latin typeface="Ubuntu Condensed"/>
                <a:ea typeface="Ubuntu Condensed"/>
                <a:cs typeface="Ubuntu Condensed"/>
              </a:rPr>
              <a:t>2000</a:t>
            </a:r>
          </a:p>
        </p:txBody>
      </p:sp>
      <p:sp>
        <p:nvSpPr>
          <p:cNvPr id="11" name="">
            <a:extLst xmlns:a="http://schemas.openxmlformats.org/drawingml/2006/main">
              <a:ext uri="{FF2B5EF4-FFF2-40B4-BE49-F238E27FC236}">
                <a16:creationId xmlns:a16="http://schemas.microsoft.com/office/drawing/2014/main" id="{9BEF81A9-78C7-4349-94BD-1B038FAABE4B}"/>
              </a:ext>
            </a:extLst>
          </p:cNvPr>
          <p:cNvSpPr>
            <a:spLocks xmlns:a="http://schemas.openxmlformats.org/drawingml/2006/main" noGrp="1"/>
          </p:cNvSpPr>
          <p:nvPr/>
        </p:nvSpPr>
        <p:spPr>
          <a:xfrm xmlns:a="http://schemas.openxmlformats.org/drawingml/2006/main">
            <a:off x="10172700" y="2762250"/>
            <a:ext cx="72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38332E"/>
                </a:solidFill>
                <a:latin typeface="Ubuntu Condensed"/>
                <a:ea typeface="Ubuntu Condensed"/>
                <a:cs typeface="Ubuntu Condensed"/>
              </a:defRPr>
            </a:defPPr>
          </a:lstStyle>
          <a:p xmlns:a="http://schemas.openxmlformats.org/drawingml/2006/main">
            <a:pPr>
              <a:defRPr sz="1575">
                <a:solidFill>
                  <a:srgbClr val="38332E"/>
                </a:solidFill>
                <a:latin typeface="Ubuntu Condensed"/>
                <a:ea typeface="Ubuntu Condensed"/>
                <a:cs typeface="Ubuntu Condensed"/>
              </a:defRPr>
            </a:pPr>
            <a:r>
              <a:rPr sz="1575">
                <a:solidFill>
                  <a:srgbClr val="38332E"/>
                </a:solidFill>
                <a:latin typeface="Ubuntu Condensed"/>
                <a:ea typeface="Ubuntu Condensed"/>
                <a:cs typeface="Ubuntu Condensed"/>
              </a:rPr>
              <a:t>2010</a:t>
            </a:r>
          </a:p>
        </p:txBody>
      </p:sp>
      <p:sp>
        <p:nvSpPr>
          <p:cNvPr id="12" name="">
            <a:extLst xmlns:a="http://schemas.openxmlformats.org/drawingml/2006/main">
              <a:ext uri="{FF2B5EF4-FFF2-40B4-BE49-F238E27FC236}">
                <a16:creationId xmlns:a16="http://schemas.microsoft.com/office/drawing/2014/main" id="{B5D11A46-3B0F-4317-A31F-0EC8CA639E81}"/>
              </a:ext>
            </a:extLst>
          </p:cNvPr>
          <p:cNvSpPr>
            <a:spLocks xmlns:a="http://schemas.openxmlformats.org/drawingml/2006/main" noGrp="1"/>
          </p:cNvSpPr>
          <p:nvPr/>
        </p:nvSpPr>
        <p:spPr>
          <a:xfrm xmlns:a="http://schemas.openxmlformats.org/drawingml/2006/main">
            <a:off x="10896600" y="2762250"/>
            <a:ext cx="72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38332E"/>
                </a:solidFill>
                <a:latin typeface="Ubuntu Condensed"/>
                <a:ea typeface="Ubuntu Condensed"/>
                <a:cs typeface="Ubuntu Condensed"/>
              </a:defRPr>
            </a:defPPr>
          </a:lstStyle>
          <a:p xmlns:a="http://schemas.openxmlformats.org/drawingml/2006/main">
            <a:pPr>
              <a:defRPr sz="1575">
                <a:solidFill>
                  <a:srgbClr val="38332E"/>
                </a:solidFill>
                <a:latin typeface="Ubuntu Condensed"/>
                <a:ea typeface="Ubuntu Condensed"/>
                <a:cs typeface="Ubuntu Condensed"/>
              </a:defRPr>
            </a:pPr>
            <a:r>
              <a:rPr sz="1575">
                <a:solidFill>
                  <a:srgbClr val="38332E"/>
                </a:solidFill>
                <a:latin typeface="Ubuntu Condensed"/>
                <a:ea typeface="Ubuntu Condensed"/>
                <a:cs typeface="Ubuntu Condensed"/>
              </a:rPr>
              <a:t>2020</a:t>
            </a:r>
          </a:p>
        </p:txBody>
      </p:sp>
      <p:sp>
        <p:nvSpPr>
          <p:cNvPr id="13" name="">
            <a:extLst xmlns:a="http://schemas.openxmlformats.org/drawingml/2006/main">
              <a:ext uri="{FF2B5EF4-FFF2-40B4-BE49-F238E27FC236}">
                <a16:creationId xmlns:a16="http://schemas.microsoft.com/office/drawing/2014/main" id="{39FB0559-F7CF-45DE-B997-7E82D8A5B3BA}"/>
              </a:ext>
            </a:extLst>
          </p:cNvPr>
          <p:cNvSpPr>
            <a:spLocks xmlns:a="http://schemas.openxmlformats.org/drawingml/2006/main" noGrp="1"/>
          </p:cNvSpPr>
          <p:nvPr/>
        </p:nvSpPr>
        <p:spPr>
          <a:xfrm xmlns:a="http://schemas.openxmlformats.org/drawingml/2006/main">
            <a:off x="6572250" y="32861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38332E"/>
                </a:solidFill>
                <a:latin typeface="Ubuntu Condensed"/>
                <a:ea typeface="Ubuntu Condensed"/>
                <a:cs typeface="Ubuntu Condensed"/>
              </a:defRPr>
            </a:defPPr>
          </a:lstStyle>
          <a:p xmlns:a="http://schemas.openxmlformats.org/drawingml/2006/main">
            <a:pPr>
              <a:defRPr sz="1650">
                <a:solidFill>
                  <a:srgbClr val="38332E"/>
                </a:solidFill>
                <a:latin typeface="Ubuntu Condensed"/>
                <a:ea typeface="Ubuntu Condensed"/>
                <a:cs typeface="Ubuntu Condensed"/>
              </a:defRPr>
            </a:pPr>
            <a:r>
              <a:rPr sz="1650">
                <a:solidFill>
                  <a:srgbClr val="38332E"/>
                </a:solidFill>
                <a:latin typeface="Ubuntu Condensed"/>
                <a:ea typeface="Ubuntu Condensed"/>
                <a:cs typeface="Ubuntu Condensed"/>
              </a:rPr>
              <a:t>Japan</a:t>
            </a:r>
          </a:p>
        </p:txBody>
      </p:sp>
      <p:sp>
        <p:nvSpPr>
          <p:cNvPr id="14" name="">
            <a:extLst xmlns:a="http://schemas.openxmlformats.org/drawingml/2006/main">
              <a:ext uri="{FF2B5EF4-FFF2-40B4-BE49-F238E27FC236}">
                <a16:creationId xmlns:a16="http://schemas.microsoft.com/office/drawing/2014/main" id="{EA0611DD-23F6-48D7-9B2D-2DB5E4EB9DF3}"/>
              </a:ext>
            </a:extLst>
          </p:cNvPr>
          <p:cNvSpPr>
            <a:spLocks xmlns:a="http://schemas.openxmlformats.org/drawingml/2006/main" noGrp="1"/>
          </p:cNvSpPr>
          <p:nvPr/>
        </p:nvSpPr>
        <p:spPr>
          <a:xfrm xmlns:a="http://schemas.openxmlformats.org/drawingml/2006/main">
            <a:off x="7915275" y="3190875"/>
            <a:ext cx="704850" cy="476250"/>
          </a:xfrm>
          <a:prstGeom xmlns:a="http://schemas.openxmlformats.org/drawingml/2006/main" prst="rect">
            <a:avLst/>
          </a:prstGeom>
          <a:solidFill xmlns:a="http://schemas.openxmlformats.org/drawingml/2006/main">
            <a:srgbClr val="B4606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B127E2-B8D5-4CC2-9845-B16156905DD6}"/>
              </a:ext>
            </a:extLst>
          </p:cNvPr>
          <p:cNvSpPr>
            <a:spLocks xmlns:a="http://schemas.openxmlformats.org/drawingml/2006/main" noGrp="1"/>
          </p:cNvSpPr>
          <p:nvPr/>
        </p:nvSpPr>
        <p:spPr>
          <a:xfrm xmlns:a="http://schemas.openxmlformats.org/drawingml/2006/main">
            <a:off x="7915275" y="32861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76</a:t>
            </a:r>
          </a:p>
        </p:txBody>
      </p:sp>
      <p:sp>
        <p:nvSpPr>
          <p:cNvPr id="16" name="">
            <a:extLst xmlns:a="http://schemas.openxmlformats.org/drawingml/2006/main">
              <a:ext uri="{FF2B5EF4-FFF2-40B4-BE49-F238E27FC236}">
                <a16:creationId xmlns:a16="http://schemas.microsoft.com/office/drawing/2014/main" id="{C29D37CC-D8D5-4AA8-AD35-A99223E937EF}"/>
              </a:ext>
            </a:extLst>
          </p:cNvPr>
          <p:cNvSpPr>
            <a:spLocks xmlns:a="http://schemas.openxmlformats.org/drawingml/2006/main" noGrp="1"/>
          </p:cNvSpPr>
          <p:nvPr/>
        </p:nvSpPr>
        <p:spPr>
          <a:xfrm xmlns:a="http://schemas.openxmlformats.org/drawingml/2006/main">
            <a:off x="8639175" y="3190875"/>
            <a:ext cx="704850" cy="476250"/>
          </a:xfrm>
          <a:prstGeom xmlns:a="http://schemas.openxmlformats.org/drawingml/2006/main" prst="rect">
            <a:avLst/>
          </a:prstGeom>
          <a:solidFill xmlns:a="http://schemas.openxmlformats.org/drawingml/2006/main">
            <a:srgbClr val="AE546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4BADEC0-7ADB-45FB-95F8-7E43A106AF32}"/>
              </a:ext>
            </a:extLst>
          </p:cNvPr>
          <p:cNvSpPr>
            <a:spLocks xmlns:a="http://schemas.openxmlformats.org/drawingml/2006/main" noGrp="1"/>
          </p:cNvSpPr>
          <p:nvPr/>
        </p:nvSpPr>
        <p:spPr>
          <a:xfrm xmlns:a="http://schemas.openxmlformats.org/drawingml/2006/main">
            <a:off x="8639175" y="32861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79</a:t>
            </a:r>
          </a:p>
        </p:txBody>
      </p:sp>
      <p:sp>
        <p:nvSpPr>
          <p:cNvPr id="18" name="">
            <a:extLst xmlns:a="http://schemas.openxmlformats.org/drawingml/2006/main">
              <a:ext uri="{FF2B5EF4-FFF2-40B4-BE49-F238E27FC236}">
                <a16:creationId xmlns:a16="http://schemas.microsoft.com/office/drawing/2014/main" id="{A14CF107-65EC-492B-9299-B49E3EA25526}"/>
              </a:ext>
            </a:extLst>
          </p:cNvPr>
          <p:cNvSpPr>
            <a:spLocks xmlns:a="http://schemas.openxmlformats.org/drawingml/2006/main" noGrp="1"/>
          </p:cNvSpPr>
          <p:nvPr/>
        </p:nvSpPr>
        <p:spPr>
          <a:xfrm xmlns:a="http://schemas.openxmlformats.org/drawingml/2006/main">
            <a:off x="9363075" y="3190875"/>
            <a:ext cx="704850" cy="476250"/>
          </a:xfrm>
          <a:prstGeom xmlns:a="http://schemas.openxmlformats.org/drawingml/2006/main" prst="rect">
            <a:avLst/>
          </a:prstGeom>
          <a:solidFill xmlns:a="http://schemas.openxmlformats.org/drawingml/2006/main">
            <a:srgbClr val="AA4C5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F247480-2556-4F45-BC44-8800A6B05D9F}"/>
              </a:ext>
            </a:extLst>
          </p:cNvPr>
          <p:cNvSpPr>
            <a:spLocks xmlns:a="http://schemas.openxmlformats.org/drawingml/2006/main" noGrp="1"/>
          </p:cNvSpPr>
          <p:nvPr/>
        </p:nvSpPr>
        <p:spPr>
          <a:xfrm xmlns:a="http://schemas.openxmlformats.org/drawingml/2006/main">
            <a:off x="9363075" y="32861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81</a:t>
            </a:r>
          </a:p>
        </p:txBody>
      </p:sp>
      <p:sp>
        <p:nvSpPr>
          <p:cNvPr id="20" name="">
            <a:extLst xmlns:a="http://schemas.openxmlformats.org/drawingml/2006/main">
              <a:ext uri="{FF2B5EF4-FFF2-40B4-BE49-F238E27FC236}">
                <a16:creationId xmlns:a16="http://schemas.microsoft.com/office/drawing/2014/main" id="{301F49C4-7ECF-47B4-A9AF-ED89B3E8F6C3}"/>
              </a:ext>
            </a:extLst>
          </p:cNvPr>
          <p:cNvSpPr>
            <a:spLocks xmlns:a="http://schemas.openxmlformats.org/drawingml/2006/main" noGrp="1"/>
          </p:cNvSpPr>
          <p:nvPr/>
        </p:nvSpPr>
        <p:spPr>
          <a:xfrm xmlns:a="http://schemas.openxmlformats.org/drawingml/2006/main">
            <a:off x="10086975" y="3190875"/>
            <a:ext cx="704850" cy="476250"/>
          </a:xfrm>
          <a:prstGeom xmlns:a="http://schemas.openxmlformats.org/drawingml/2006/main" prst="rect">
            <a:avLst/>
          </a:prstGeom>
          <a:solidFill xmlns:a="http://schemas.openxmlformats.org/drawingml/2006/main">
            <a:srgbClr val="A7435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FBBFF86-3C00-466A-9FB3-D485BEB2634C}"/>
              </a:ext>
            </a:extLst>
          </p:cNvPr>
          <p:cNvSpPr>
            <a:spLocks xmlns:a="http://schemas.openxmlformats.org/drawingml/2006/main" noGrp="1"/>
          </p:cNvSpPr>
          <p:nvPr/>
        </p:nvSpPr>
        <p:spPr>
          <a:xfrm xmlns:a="http://schemas.openxmlformats.org/drawingml/2006/main">
            <a:off x="10086975" y="32861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83</a:t>
            </a:r>
          </a:p>
        </p:txBody>
      </p:sp>
      <p:sp>
        <p:nvSpPr>
          <p:cNvPr id="22" name="">
            <a:extLst xmlns:a="http://schemas.openxmlformats.org/drawingml/2006/main">
              <a:ext uri="{FF2B5EF4-FFF2-40B4-BE49-F238E27FC236}">
                <a16:creationId xmlns:a16="http://schemas.microsoft.com/office/drawing/2014/main" id="{4E62A749-40E9-472D-A940-919D81530382}"/>
              </a:ext>
            </a:extLst>
          </p:cNvPr>
          <p:cNvSpPr>
            <a:spLocks xmlns:a="http://schemas.openxmlformats.org/drawingml/2006/main" noGrp="1"/>
          </p:cNvSpPr>
          <p:nvPr/>
        </p:nvSpPr>
        <p:spPr>
          <a:xfrm xmlns:a="http://schemas.openxmlformats.org/drawingml/2006/main">
            <a:off x="10810875" y="3190875"/>
            <a:ext cx="704850" cy="476250"/>
          </a:xfrm>
          <a:prstGeom xmlns:a="http://schemas.openxmlformats.org/drawingml/2006/main" prst="rect">
            <a:avLst/>
          </a:prstGeom>
          <a:solidFill xmlns:a="http://schemas.openxmlformats.org/drawingml/2006/main">
            <a:srgbClr val="A33B4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143E479-F5BE-4A79-8784-F052E029122B}"/>
              </a:ext>
            </a:extLst>
          </p:cNvPr>
          <p:cNvSpPr>
            <a:spLocks xmlns:a="http://schemas.openxmlformats.org/drawingml/2006/main" noGrp="1"/>
          </p:cNvSpPr>
          <p:nvPr/>
        </p:nvSpPr>
        <p:spPr>
          <a:xfrm xmlns:a="http://schemas.openxmlformats.org/drawingml/2006/main">
            <a:off x="10810875" y="32861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85</a:t>
            </a:r>
          </a:p>
        </p:txBody>
      </p:sp>
      <p:sp>
        <p:nvSpPr>
          <p:cNvPr id="24" name="">
            <a:extLst xmlns:a="http://schemas.openxmlformats.org/drawingml/2006/main">
              <a:ext uri="{FF2B5EF4-FFF2-40B4-BE49-F238E27FC236}">
                <a16:creationId xmlns:a16="http://schemas.microsoft.com/office/drawing/2014/main" id="{73C99975-9C2E-4210-8018-DDA0AF14C8B0}"/>
              </a:ext>
            </a:extLst>
          </p:cNvPr>
          <p:cNvSpPr>
            <a:spLocks xmlns:a="http://schemas.openxmlformats.org/drawingml/2006/main" noGrp="1"/>
          </p:cNvSpPr>
          <p:nvPr/>
        </p:nvSpPr>
        <p:spPr>
          <a:xfrm xmlns:a="http://schemas.openxmlformats.org/drawingml/2006/main">
            <a:off x="6572250" y="37814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38332E"/>
                </a:solidFill>
                <a:latin typeface="Ubuntu Condensed"/>
                <a:ea typeface="Ubuntu Condensed"/>
                <a:cs typeface="Ubuntu Condensed"/>
              </a:defRPr>
            </a:defPPr>
          </a:lstStyle>
          <a:p xmlns:a="http://schemas.openxmlformats.org/drawingml/2006/main">
            <a:pPr>
              <a:defRPr sz="1650">
                <a:solidFill>
                  <a:srgbClr val="38332E"/>
                </a:solidFill>
                <a:latin typeface="Ubuntu Condensed"/>
                <a:ea typeface="Ubuntu Condensed"/>
                <a:cs typeface="Ubuntu Condensed"/>
              </a:defRPr>
            </a:pPr>
            <a:r>
              <a:rPr sz="1650">
                <a:solidFill>
                  <a:srgbClr val="38332E"/>
                </a:solidFill>
                <a:latin typeface="Ubuntu Condensed"/>
                <a:ea typeface="Ubuntu Condensed"/>
                <a:cs typeface="Ubuntu Condensed"/>
              </a:rPr>
              <a:t>Germany</a:t>
            </a:r>
          </a:p>
        </p:txBody>
      </p:sp>
      <p:sp>
        <p:nvSpPr>
          <p:cNvPr id="25" name="">
            <a:extLst xmlns:a="http://schemas.openxmlformats.org/drawingml/2006/main">
              <a:ext uri="{FF2B5EF4-FFF2-40B4-BE49-F238E27FC236}">
                <a16:creationId xmlns:a16="http://schemas.microsoft.com/office/drawing/2014/main" id="{8753C386-ECEE-4E44-A18E-7A832E759168}"/>
              </a:ext>
            </a:extLst>
          </p:cNvPr>
          <p:cNvSpPr>
            <a:spLocks xmlns:a="http://schemas.openxmlformats.org/drawingml/2006/main" noGrp="1"/>
          </p:cNvSpPr>
          <p:nvPr/>
        </p:nvSpPr>
        <p:spPr>
          <a:xfrm xmlns:a="http://schemas.openxmlformats.org/drawingml/2006/main">
            <a:off x="7915275" y="3686175"/>
            <a:ext cx="704850" cy="476250"/>
          </a:xfrm>
          <a:prstGeom xmlns:a="http://schemas.openxmlformats.org/drawingml/2006/main" prst="rect">
            <a:avLst/>
          </a:prstGeom>
          <a:solidFill xmlns:a="http://schemas.openxmlformats.org/drawingml/2006/main">
            <a:srgbClr val="BA6C7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DD1C9D1-5DC4-4AA8-901E-A2C2C75173CB}"/>
              </a:ext>
            </a:extLst>
          </p:cNvPr>
          <p:cNvSpPr>
            <a:spLocks xmlns:a="http://schemas.openxmlformats.org/drawingml/2006/main" noGrp="1"/>
          </p:cNvSpPr>
          <p:nvPr/>
        </p:nvSpPr>
        <p:spPr>
          <a:xfrm xmlns:a="http://schemas.openxmlformats.org/drawingml/2006/main">
            <a:off x="7915275" y="37814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73</a:t>
            </a:r>
          </a:p>
        </p:txBody>
      </p:sp>
      <p:sp>
        <p:nvSpPr>
          <p:cNvPr id="27" name="">
            <a:extLst xmlns:a="http://schemas.openxmlformats.org/drawingml/2006/main">
              <a:ext uri="{FF2B5EF4-FFF2-40B4-BE49-F238E27FC236}">
                <a16:creationId xmlns:a16="http://schemas.microsoft.com/office/drawing/2014/main" id="{C232728A-BBD6-4F92-A070-A08F0F33A883}"/>
              </a:ext>
            </a:extLst>
          </p:cNvPr>
          <p:cNvSpPr>
            <a:spLocks xmlns:a="http://schemas.openxmlformats.org/drawingml/2006/main" noGrp="1"/>
          </p:cNvSpPr>
          <p:nvPr/>
        </p:nvSpPr>
        <p:spPr>
          <a:xfrm xmlns:a="http://schemas.openxmlformats.org/drawingml/2006/main">
            <a:off x="8639175" y="3686175"/>
            <a:ext cx="704850" cy="476250"/>
          </a:xfrm>
          <a:prstGeom xmlns:a="http://schemas.openxmlformats.org/drawingml/2006/main" prst="rect">
            <a:avLst/>
          </a:prstGeom>
          <a:solidFill xmlns:a="http://schemas.openxmlformats.org/drawingml/2006/main">
            <a:srgbClr val="B6647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7A64674-7CF9-4FF3-9310-5BE361D28A21}"/>
              </a:ext>
            </a:extLst>
          </p:cNvPr>
          <p:cNvSpPr>
            <a:spLocks xmlns:a="http://schemas.openxmlformats.org/drawingml/2006/main" noGrp="1"/>
          </p:cNvSpPr>
          <p:nvPr/>
        </p:nvSpPr>
        <p:spPr>
          <a:xfrm xmlns:a="http://schemas.openxmlformats.org/drawingml/2006/main">
            <a:off x="8639175" y="37814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75</a:t>
            </a:r>
          </a:p>
        </p:txBody>
      </p:sp>
      <p:sp>
        <p:nvSpPr>
          <p:cNvPr id="29" name="">
            <a:extLst xmlns:a="http://schemas.openxmlformats.org/drawingml/2006/main">
              <a:ext uri="{FF2B5EF4-FFF2-40B4-BE49-F238E27FC236}">
                <a16:creationId xmlns:a16="http://schemas.microsoft.com/office/drawing/2014/main" id="{13DB596B-9AB2-46B0-8051-64B779E148FE}"/>
              </a:ext>
            </a:extLst>
          </p:cNvPr>
          <p:cNvSpPr>
            <a:spLocks xmlns:a="http://schemas.openxmlformats.org/drawingml/2006/main" noGrp="1"/>
          </p:cNvSpPr>
          <p:nvPr/>
        </p:nvSpPr>
        <p:spPr>
          <a:xfrm xmlns:a="http://schemas.openxmlformats.org/drawingml/2006/main">
            <a:off x="9363075" y="3686175"/>
            <a:ext cx="704850" cy="476250"/>
          </a:xfrm>
          <a:prstGeom xmlns:a="http://schemas.openxmlformats.org/drawingml/2006/main" prst="rect">
            <a:avLst/>
          </a:prstGeom>
          <a:solidFill xmlns:a="http://schemas.openxmlformats.org/drawingml/2006/main">
            <a:srgbClr val="B0586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8D51FF4-AFA2-4E52-9CF3-3FA1D64BD56A}"/>
              </a:ext>
            </a:extLst>
          </p:cNvPr>
          <p:cNvSpPr>
            <a:spLocks xmlns:a="http://schemas.openxmlformats.org/drawingml/2006/main" noGrp="1"/>
          </p:cNvSpPr>
          <p:nvPr/>
        </p:nvSpPr>
        <p:spPr>
          <a:xfrm xmlns:a="http://schemas.openxmlformats.org/drawingml/2006/main">
            <a:off x="9363075" y="37814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78</a:t>
            </a:r>
          </a:p>
        </p:txBody>
      </p:sp>
      <p:sp>
        <p:nvSpPr>
          <p:cNvPr id="31" name="">
            <a:extLst xmlns:a="http://schemas.openxmlformats.org/drawingml/2006/main">
              <a:ext uri="{FF2B5EF4-FFF2-40B4-BE49-F238E27FC236}">
                <a16:creationId xmlns:a16="http://schemas.microsoft.com/office/drawing/2014/main" id="{E47AD1AD-7041-49A7-85A1-4687D96AF1CB}"/>
              </a:ext>
            </a:extLst>
          </p:cNvPr>
          <p:cNvSpPr>
            <a:spLocks xmlns:a="http://schemas.openxmlformats.org/drawingml/2006/main" noGrp="1"/>
          </p:cNvSpPr>
          <p:nvPr/>
        </p:nvSpPr>
        <p:spPr>
          <a:xfrm xmlns:a="http://schemas.openxmlformats.org/drawingml/2006/main">
            <a:off x="10086975" y="3686175"/>
            <a:ext cx="704850" cy="476250"/>
          </a:xfrm>
          <a:prstGeom xmlns:a="http://schemas.openxmlformats.org/drawingml/2006/main" prst="rect">
            <a:avLst/>
          </a:prstGeom>
          <a:solidFill xmlns:a="http://schemas.openxmlformats.org/drawingml/2006/main">
            <a:srgbClr val="AC505F"/>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1FB9D88-7DAE-4589-9CB9-BA7FA23C914B}"/>
              </a:ext>
            </a:extLst>
          </p:cNvPr>
          <p:cNvSpPr>
            <a:spLocks xmlns:a="http://schemas.openxmlformats.org/drawingml/2006/main" noGrp="1"/>
          </p:cNvSpPr>
          <p:nvPr/>
        </p:nvSpPr>
        <p:spPr>
          <a:xfrm xmlns:a="http://schemas.openxmlformats.org/drawingml/2006/main">
            <a:off x="10086975" y="37814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80</a:t>
            </a:r>
          </a:p>
        </p:txBody>
      </p:sp>
      <p:sp>
        <p:nvSpPr>
          <p:cNvPr id="33" name="">
            <a:extLst xmlns:a="http://schemas.openxmlformats.org/drawingml/2006/main">
              <a:ext uri="{FF2B5EF4-FFF2-40B4-BE49-F238E27FC236}">
                <a16:creationId xmlns:a16="http://schemas.microsoft.com/office/drawing/2014/main" id="{E51B8241-342B-4A9A-BA08-66F97D3FBD1B}"/>
              </a:ext>
            </a:extLst>
          </p:cNvPr>
          <p:cNvSpPr>
            <a:spLocks xmlns:a="http://schemas.openxmlformats.org/drawingml/2006/main" noGrp="1"/>
          </p:cNvSpPr>
          <p:nvPr/>
        </p:nvSpPr>
        <p:spPr>
          <a:xfrm xmlns:a="http://schemas.openxmlformats.org/drawingml/2006/main">
            <a:off x="10810875" y="3686175"/>
            <a:ext cx="704850" cy="476250"/>
          </a:xfrm>
          <a:prstGeom xmlns:a="http://schemas.openxmlformats.org/drawingml/2006/main" prst="rect">
            <a:avLst/>
          </a:prstGeom>
          <a:solidFill xmlns:a="http://schemas.openxmlformats.org/drawingml/2006/main">
            <a:srgbClr val="AC505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7D0B41A-1887-4A42-BE84-3B0ACDFDE722}"/>
              </a:ext>
            </a:extLst>
          </p:cNvPr>
          <p:cNvSpPr>
            <a:spLocks xmlns:a="http://schemas.openxmlformats.org/drawingml/2006/main" noGrp="1"/>
          </p:cNvSpPr>
          <p:nvPr/>
        </p:nvSpPr>
        <p:spPr>
          <a:xfrm xmlns:a="http://schemas.openxmlformats.org/drawingml/2006/main">
            <a:off x="10810875" y="37814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80</a:t>
            </a:r>
          </a:p>
        </p:txBody>
      </p:sp>
      <p:sp>
        <p:nvSpPr>
          <p:cNvPr id="35" name="">
            <a:extLst xmlns:a="http://schemas.openxmlformats.org/drawingml/2006/main">
              <a:ext uri="{FF2B5EF4-FFF2-40B4-BE49-F238E27FC236}">
                <a16:creationId xmlns:a16="http://schemas.microsoft.com/office/drawing/2014/main" id="{7B410B71-8F15-4A93-A600-53D741A770D6}"/>
              </a:ext>
            </a:extLst>
          </p:cNvPr>
          <p:cNvSpPr>
            <a:spLocks xmlns:a="http://schemas.openxmlformats.org/drawingml/2006/main" noGrp="1"/>
          </p:cNvSpPr>
          <p:nvPr/>
        </p:nvSpPr>
        <p:spPr>
          <a:xfrm xmlns:a="http://schemas.openxmlformats.org/drawingml/2006/main">
            <a:off x="6572250" y="42767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38332E"/>
                </a:solidFill>
                <a:latin typeface="Ubuntu Condensed"/>
                <a:ea typeface="Ubuntu Condensed"/>
                <a:cs typeface="Ubuntu Condensed"/>
              </a:defRPr>
            </a:defPPr>
          </a:lstStyle>
          <a:p xmlns:a="http://schemas.openxmlformats.org/drawingml/2006/main">
            <a:pPr>
              <a:defRPr sz="1650">
                <a:solidFill>
                  <a:srgbClr val="38332E"/>
                </a:solidFill>
                <a:latin typeface="Ubuntu Condensed"/>
                <a:ea typeface="Ubuntu Condensed"/>
                <a:cs typeface="Ubuntu Condensed"/>
              </a:defRPr>
            </a:pPr>
            <a:r>
              <a:rPr sz="1650">
                <a:solidFill>
                  <a:srgbClr val="38332E"/>
                </a:solidFill>
                <a:latin typeface="Ubuntu Condensed"/>
                <a:ea typeface="Ubuntu Condensed"/>
                <a:cs typeface="Ubuntu Condensed"/>
              </a:rPr>
              <a:t>China</a:t>
            </a:r>
          </a:p>
        </p:txBody>
      </p:sp>
      <p:sp>
        <p:nvSpPr>
          <p:cNvPr id="36" name="">
            <a:extLst xmlns:a="http://schemas.openxmlformats.org/drawingml/2006/main">
              <a:ext uri="{FF2B5EF4-FFF2-40B4-BE49-F238E27FC236}">
                <a16:creationId xmlns:a16="http://schemas.microsoft.com/office/drawing/2014/main" id="{1ECF2A65-A788-4033-9D09-E1226C39FAD3}"/>
              </a:ext>
            </a:extLst>
          </p:cNvPr>
          <p:cNvSpPr>
            <a:spLocks xmlns:a="http://schemas.openxmlformats.org/drawingml/2006/main" noGrp="1"/>
          </p:cNvSpPr>
          <p:nvPr/>
        </p:nvSpPr>
        <p:spPr>
          <a:xfrm xmlns:a="http://schemas.openxmlformats.org/drawingml/2006/main">
            <a:off x="7915275" y="4181475"/>
            <a:ext cx="704850" cy="476250"/>
          </a:xfrm>
          <a:prstGeom xmlns:a="http://schemas.openxmlformats.org/drawingml/2006/main" prst="rect">
            <a:avLst/>
          </a:prstGeom>
          <a:solidFill xmlns:a="http://schemas.openxmlformats.org/drawingml/2006/main">
            <a:srgbClr val="CB9196"/>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CDF9BD5-E330-462B-A26E-B2AD39AD4C28}"/>
              </a:ext>
            </a:extLst>
          </p:cNvPr>
          <p:cNvSpPr>
            <a:spLocks xmlns:a="http://schemas.openxmlformats.org/drawingml/2006/main" noGrp="1"/>
          </p:cNvSpPr>
          <p:nvPr/>
        </p:nvSpPr>
        <p:spPr>
          <a:xfrm xmlns:a="http://schemas.openxmlformats.org/drawingml/2006/main">
            <a:off x="7915275" y="42767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64</a:t>
            </a:r>
          </a:p>
        </p:txBody>
      </p:sp>
      <p:sp>
        <p:nvSpPr>
          <p:cNvPr id="38" name="">
            <a:extLst xmlns:a="http://schemas.openxmlformats.org/drawingml/2006/main">
              <a:ext uri="{FF2B5EF4-FFF2-40B4-BE49-F238E27FC236}">
                <a16:creationId xmlns:a16="http://schemas.microsoft.com/office/drawing/2014/main" id="{B0DF27C2-42DC-41F8-A0EA-D3A526AD7A9F}"/>
              </a:ext>
            </a:extLst>
          </p:cNvPr>
          <p:cNvSpPr>
            <a:spLocks xmlns:a="http://schemas.openxmlformats.org/drawingml/2006/main" noGrp="1"/>
          </p:cNvSpPr>
          <p:nvPr/>
        </p:nvSpPr>
        <p:spPr>
          <a:xfrm xmlns:a="http://schemas.openxmlformats.org/drawingml/2006/main">
            <a:off x="8639175" y="4181475"/>
            <a:ext cx="704850" cy="476250"/>
          </a:xfrm>
          <a:prstGeom xmlns:a="http://schemas.openxmlformats.org/drawingml/2006/main" prst="rect">
            <a:avLst/>
          </a:prstGeom>
          <a:solidFill xmlns:a="http://schemas.openxmlformats.org/drawingml/2006/main">
            <a:srgbClr val="C4808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CB0916A2-7E1E-4F7F-816D-74E1E60EE294}"/>
              </a:ext>
            </a:extLst>
          </p:cNvPr>
          <p:cNvSpPr>
            <a:spLocks xmlns:a="http://schemas.openxmlformats.org/drawingml/2006/main" noGrp="1"/>
          </p:cNvSpPr>
          <p:nvPr/>
        </p:nvSpPr>
        <p:spPr>
          <a:xfrm xmlns:a="http://schemas.openxmlformats.org/drawingml/2006/main">
            <a:off x="8639175" y="42767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68</a:t>
            </a:r>
          </a:p>
        </p:txBody>
      </p:sp>
      <p:sp>
        <p:nvSpPr>
          <p:cNvPr id="40" name="">
            <a:extLst xmlns:a="http://schemas.openxmlformats.org/drawingml/2006/main">
              <a:ext uri="{FF2B5EF4-FFF2-40B4-BE49-F238E27FC236}">
                <a16:creationId xmlns:a16="http://schemas.microsoft.com/office/drawing/2014/main" id="{08849585-BA68-4EE9-9BFA-29A4EEE51B74}"/>
              </a:ext>
            </a:extLst>
          </p:cNvPr>
          <p:cNvSpPr>
            <a:spLocks xmlns:a="http://schemas.openxmlformats.org/drawingml/2006/main" noGrp="1"/>
          </p:cNvSpPr>
          <p:nvPr/>
        </p:nvSpPr>
        <p:spPr>
          <a:xfrm xmlns:a="http://schemas.openxmlformats.org/drawingml/2006/main">
            <a:off x="9363075" y="4181475"/>
            <a:ext cx="704850" cy="476250"/>
          </a:xfrm>
          <a:prstGeom xmlns:a="http://schemas.openxmlformats.org/drawingml/2006/main" prst="rect">
            <a:avLst/>
          </a:prstGeom>
          <a:solidFill xmlns:a="http://schemas.openxmlformats.org/drawingml/2006/main">
            <a:srgbClr val="BE747E"/>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59A33F2-643F-403C-9338-9B6B243EA04D}"/>
              </a:ext>
            </a:extLst>
          </p:cNvPr>
          <p:cNvSpPr>
            <a:spLocks xmlns:a="http://schemas.openxmlformats.org/drawingml/2006/main" noGrp="1"/>
          </p:cNvSpPr>
          <p:nvPr/>
        </p:nvSpPr>
        <p:spPr>
          <a:xfrm xmlns:a="http://schemas.openxmlformats.org/drawingml/2006/main">
            <a:off x="9363075" y="42767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71</a:t>
            </a:r>
          </a:p>
        </p:txBody>
      </p:sp>
      <p:sp>
        <p:nvSpPr>
          <p:cNvPr id="42" name="">
            <a:extLst xmlns:a="http://schemas.openxmlformats.org/drawingml/2006/main">
              <a:ext uri="{FF2B5EF4-FFF2-40B4-BE49-F238E27FC236}">
                <a16:creationId xmlns:a16="http://schemas.microsoft.com/office/drawing/2014/main" id="{EDE4105A-D4ED-40FC-BFB0-0E49C24F6F8B}"/>
              </a:ext>
            </a:extLst>
          </p:cNvPr>
          <p:cNvSpPr>
            <a:spLocks xmlns:a="http://schemas.openxmlformats.org/drawingml/2006/main" noGrp="1"/>
          </p:cNvSpPr>
          <p:nvPr/>
        </p:nvSpPr>
        <p:spPr>
          <a:xfrm xmlns:a="http://schemas.openxmlformats.org/drawingml/2006/main">
            <a:off x="10086975" y="4181475"/>
            <a:ext cx="704850" cy="476250"/>
          </a:xfrm>
          <a:prstGeom xmlns:a="http://schemas.openxmlformats.org/drawingml/2006/main" prst="rect">
            <a:avLst/>
          </a:prstGeom>
          <a:solidFill xmlns:a="http://schemas.openxmlformats.org/drawingml/2006/main">
            <a:srgbClr val="B868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61B0C60-BC56-41BB-AD83-AE3B7BD91BCC}"/>
              </a:ext>
            </a:extLst>
          </p:cNvPr>
          <p:cNvSpPr>
            <a:spLocks xmlns:a="http://schemas.openxmlformats.org/drawingml/2006/main" noGrp="1"/>
          </p:cNvSpPr>
          <p:nvPr/>
        </p:nvSpPr>
        <p:spPr>
          <a:xfrm xmlns:a="http://schemas.openxmlformats.org/drawingml/2006/main">
            <a:off x="10086975" y="42767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74</a:t>
            </a:r>
          </a:p>
        </p:txBody>
      </p:sp>
      <p:sp>
        <p:nvSpPr>
          <p:cNvPr id="44" name="">
            <a:extLst xmlns:a="http://schemas.openxmlformats.org/drawingml/2006/main">
              <a:ext uri="{FF2B5EF4-FFF2-40B4-BE49-F238E27FC236}">
                <a16:creationId xmlns:a16="http://schemas.microsoft.com/office/drawing/2014/main" id="{224E2273-AE99-4B01-BE78-411A1DE9DC7D}"/>
              </a:ext>
            </a:extLst>
          </p:cNvPr>
          <p:cNvSpPr>
            <a:spLocks xmlns:a="http://schemas.openxmlformats.org/drawingml/2006/main" noGrp="1"/>
          </p:cNvSpPr>
          <p:nvPr/>
        </p:nvSpPr>
        <p:spPr>
          <a:xfrm xmlns:a="http://schemas.openxmlformats.org/drawingml/2006/main">
            <a:off x="10810875" y="4181475"/>
            <a:ext cx="704850" cy="476250"/>
          </a:xfrm>
          <a:prstGeom xmlns:a="http://schemas.openxmlformats.org/drawingml/2006/main" prst="rect">
            <a:avLst/>
          </a:prstGeom>
          <a:solidFill xmlns:a="http://schemas.openxmlformats.org/drawingml/2006/main">
            <a:srgbClr val="B25C69"/>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4940E98-FC8A-4ACA-8630-C319AB4FA7C2}"/>
              </a:ext>
            </a:extLst>
          </p:cNvPr>
          <p:cNvSpPr>
            <a:spLocks xmlns:a="http://schemas.openxmlformats.org/drawingml/2006/main" noGrp="1"/>
          </p:cNvSpPr>
          <p:nvPr/>
        </p:nvSpPr>
        <p:spPr>
          <a:xfrm xmlns:a="http://schemas.openxmlformats.org/drawingml/2006/main">
            <a:off x="10810875" y="42767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77</a:t>
            </a:r>
          </a:p>
        </p:txBody>
      </p:sp>
      <p:sp>
        <p:nvSpPr>
          <p:cNvPr id="46" name="">
            <a:extLst xmlns:a="http://schemas.openxmlformats.org/drawingml/2006/main">
              <a:ext uri="{FF2B5EF4-FFF2-40B4-BE49-F238E27FC236}">
                <a16:creationId xmlns:a16="http://schemas.microsoft.com/office/drawing/2014/main" id="{96185BE3-2694-41CA-BD37-A0D8EA53ECAC}"/>
              </a:ext>
            </a:extLst>
          </p:cNvPr>
          <p:cNvSpPr>
            <a:spLocks xmlns:a="http://schemas.openxmlformats.org/drawingml/2006/main" noGrp="1"/>
          </p:cNvSpPr>
          <p:nvPr/>
        </p:nvSpPr>
        <p:spPr>
          <a:xfrm xmlns:a="http://schemas.openxmlformats.org/drawingml/2006/main">
            <a:off x="6572250" y="47720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38332E"/>
                </a:solidFill>
                <a:latin typeface="Ubuntu Condensed"/>
                <a:ea typeface="Ubuntu Condensed"/>
                <a:cs typeface="Ubuntu Condensed"/>
              </a:defRPr>
            </a:defPPr>
          </a:lstStyle>
          <a:p xmlns:a="http://schemas.openxmlformats.org/drawingml/2006/main">
            <a:pPr>
              <a:defRPr sz="1650">
                <a:solidFill>
                  <a:srgbClr val="38332E"/>
                </a:solidFill>
                <a:latin typeface="Ubuntu Condensed"/>
                <a:ea typeface="Ubuntu Condensed"/>
                <a:cs typeface="Ubuntu Condensed"/>
              </a:defRPr>
            </a:pPr>
            <a:r>
              <a:rPr sz="1650">
                <a:solidFill>
                  <a:srgbClr val="38332E"/>
                </a:solidFill>
                <a:latin typeface="Ubuntu Condensed"/>
                <a:ea typeface="Ubuntu Condensed"/>
                <a:cs typeface="Ubuntu Condensed"/>
              </a:rPr>
              <a:t>Brazil</a:t>
            </a:r>
          </a:p>
        </p:txBody>
      </p:sp>
      <p:sp>
        <p:nvSpPr>
          <p:cNvPr id="47" name="">
            <a:extLst xmlns:a="http://schemas.openxmlformats.org/drawingml/2006/main">
              <a:ext uri="{FF2B5EF4-FFF2-40B4-BE49-F238E27FC236}">
                <a16:creationId xmlns:a16="http://schemas.microsoft.com/office/drawing/2014/main" id="{F3A251FE-773A-459A-BDF5-BC21ED7A6984}"/>
              </a:ext>
            </a:extLst>
          </p:cNvPr>
          <p:cNvSpPr>
            <a:spLocks xmlns:a="http://schemas.openxmlformats.org/drawingml/2006/main" noGrp="1"/>
          </p:cNvSpPr>
          <p:nvPr/>
        </p:nvSpPr>
        <p:spPr>
          <a:xfrm xmlns:a="http://schemas.openxmlformats.org/drawingml/2006/main">
            <a:off x="7915275" y="4676775"/>
            <a:ext cx="704850" cy="476250"/>
          </a:xfrm>
          <a:prstGeom xmlns:a="http://schemas.openxmlformats.org/drawingml/2006/main" prst="rect">
            <a:avLst/>
          </a:prstGeom>
          <a:solidFill xmlns:a="http://schemas.openxmlformats.org/drawingml/2006/main">
            <a:srgbClr val="CF999D"/>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D21F386-F386-4586-8D61-37D0BA200193}"/>
              </a:ext>
            </a:extLst>
          </p:cNvPr>
          <p:cNvSpPr>
            <a:spLocks xmlns:a="http://schemas.openxmlformats.org/drawingml/2006/main" noGrp="1"/>
          </p:cNvSpPr>
          <p:nvPr/>
        </p:nvSpPr>
        <p:spPr>
          <a:xfrm xmlns:a="http://schemas.openxmlformats.org/drawingml/2006/main">
            <a:off x="7915275" y="47720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62</a:t>
            </a:r>
          </a:p>
        </p:txBody>
      </p:sp>
      <p:sp>
        <p:nvSpPr>
          <p:cNvPr id="49" name="">
            <a:extLst xmlns:a="http://schemas.openxmlformats.org/drawingml/2006/main">
              <a:ext uri="{FF2B5EF4-FFF2-40B4-BE49-F238E27FC236}">
                <a16:creationId xmlns:a16="http://schemas.microsoft.com/office/drawing/2014/main" id="{B219A19A-BE99-4254-BD1E-3C70FDD41669}"/>
              </a:ext>
            </a:extLst>
          </p:cNvPr>
          <p:cNvSpPr>
            <a:spLocks xmlns:a="http://schemas.openxmlformats.org/drawingml/2006/main" noGrp="1"/>
          </p:cNvSpPr>
          <p:nvPr/>
        </p:nvSpPr>
        <p:spPr>
          <a:xfrm xmlns:a="http://schemas.openxmlformats.org/drawingml/2006/main">
            <a:off x="8639175" y="4676775"/>
            <a:ext cx="704850" cy="476250"/>
          </a:xfrm>
          <a:prstGeom xmlns:a="http://schemas.openxmlformats.org/drawingml/2006/main" prst="rect">
            <a:avLst/>
          </a:prstGeom>
          <a:solidFill xmlns:a="http://schemas.openxmlformats.org/drawingml/2006/main">
            <a:srgbClr val="C6848C"/>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22B760E2-2FF4-4F96-91B1-536B04CA1406}"/>
              </a:ext>
            </a:extLst>
          </p:cNvPr>
          <p:cNvSpPr>
            <a:spLocks xmlns:a="http://schemas.openxmlformats.org/drawingml/2006/main" noGrp="1"/>
          </p:cNvSpPr>
          <p:nvPr/>
        </p:nvSpPr>
        <p:spPr>
          <a:xfrm xmlns:a="http://schemas.openxmlformats.org/drawingml/2006/main">
            <a:off x="8639175" y="47720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67</a:t>
            </a:r>
          </a:p>
        </p:txBody>
      </p:sp>
      <p:sp>
        <p:nvSpPr>
          <p:cNvPr id="51" name="">
            <a:extLst xmlns:a="http://schemas.openxmlformats.org/drawingml/2006/main">
              <a:ext uri="{FF2B5EF4-FFF2-40B4-BE49-F238E27FC236}">
                <a16:creationId xmlns:a16="http://schemas.microsoft.com/office/drawing/2014/main" id="{48BCF7B0-68F9-4518-96F9-8651F78FFF94}"/>
              </a:ext>
            </a:extLst>
          </p:cNvPr>
          <p:cNvSpPr>
            <a:spLocks xmlns:a="http://schemas.openxmlformats.org/drawingml/2006/main" noGrp="1"/>
          </p:cNvSpPr>
          <p:nvPr/>
        </p:nvSpPr>
        <p:spPr>
          <a:xfrm xmlns:a="http://schemas.openxmlformats.org/drawingml/2006/main">
            <a:off x="9363075" y="4676775"/>
            <a:ext cx="704850" cy="476250"/>
          </a:xfrm>
          <a:prstGeom xmlns:a="http://schemas.openxmlformats.org/drawingml/2006/main" prst="rect">
            <a:avLst/>
          </a:prstGeom>
          <a:solidFill xmlns:a="http://schemas.openxmlformats.org/drawingml/2006/main">
            <a:srgbClr val="BE747E"/>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E66A8FB4-A1DC-4C4A-854F-79A13DE9EBAD}"/>
              </a:ext>
            </a:extLst>
          </p:cNvPr>
          <p:cNvSpPr>
            <a:spLocks xmlns:a="http://schemas.openxmlformats.org/drawingml/2006/main" noGrp="1"/>
          </p:cNvSpPr>
          <p:nvPr/>
        </p:nvSpPr>
        <p:spPr>
          <a:xfrm xmlns:a="http://schemas.openxmlformats.org/drawingml/2006/main">
            <a:off x="9363075" y="47720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71</a:t>
            </a:r>
          </a:p>
        </p:txBody>
      </p:sp>
      <p:sp>
        <p:nvSpPr>
          <p:cNvPr id="53" name="">
            <a:extLst xmlns:a="http://schemas.openxmlformats.org/drawingml/2006/main">
              <a:ext uri="{FF2B5EF4-FFF2-40B4-BE49-F238E27FC236}">
                <a16:creationId xmlns:a16="http://schemas.microsoft.com/office/drawing/2014/main" id="{50A6B889-4D44-47AE-8839-FA72463B5A2E}"/>
              </a:ext>
            </a:extLst>
          </p:cNvPr>
          <p:cNvSpPr>
            <a:spLocks xmlns:a="http://schemas.openxmlformats.org/drawingml/2006/main" noGrp="1"/>
          </p:cNvSpPr>
          <p:nvPr/>
        </p:nvSpPr>
        <p:spPr>
          <a:xfrm xmlns:a="http://schemas.openxmlformats.org/drawingml/2006/main">
            <a:off x="10086975" y="4676775"/>
            <a:ext cx="704850" cy="476250"/>
          </a:xfrm>
          <a:prstGeom xmlns:a="http://schemas.openxmlformats.org/drawingml/2006/main" prst="rect">
            <a:avLst/>
          </a:prstGeom>
          <a:solidFill xmlns:a="http://schemas.openxmlformats.org/drawingml/2006/main">
            <a:srgbClr val="BA6C77"/>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DEB6BCF5-4028-4538-8970-89D219AACE56}"/>
              </a:ext>
            </a:extLst>
          </p:cNvPr>
          <p:cNvSpPr>
            <a:spLocks xmlns:a="http://schemas.openxmlformats.org/drawingml/2006/main" noGrp="1"/>
          </p:cNvSpPr>
          <p:nvPr/>
        </p:nvSpPr>
        <p:spPr>
          <a:xfrm xmlns:a="http://schemas.openxmlformats.org/drawingml/2006/main">
            <a:off x="10086975" y="47720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73</a:t>
            </a:r>
          </a:p>
        </p:txBody>
      </p:sp>
      <p:sp>
        <p:nvSpPr>
          <p:cNvPr id="55" name="">
            <a:extLst xmlns:a="http://schemas.openxmlformats.org/drawingml/2006/main">
              <a:ext uri="{FF2B5EF4-FFF2-40B4-BE49-F238E27FC236}">
                <a16:creationId xmlns:a16="http://schemas.microsoft.com/office/drawing/2014/main" id="{5CFEDB54-9919-4CB9-8660-EAC682E6193A}"/>
              </a:ext>
            </a:extLst>
          </p:cNvPr>
          <p:cNvSpPr>
            <a:spLocks xmlns:a="http://schemas.openxmlformats.org/drawingml/2006/main" noGrp="1"/>
          </p:cNvSpPr>
          <p:nvPr/>
        </p:nvSpPr>
        <p:spPr>
          <a:xfrm xmlns:a="http://schemas.openxmlformats.org/drawingml/2006/main">
            <a:off x="10810875" y="4676775"/>
            <a:ext cx="704850" cy="476250"/>
          </a:xfrm>
          <a:prstGeom xmlns:a="http://schemas.openxmlformats.org/drawingml/2006/main" prst="rect">
            <a:avLst/>
          </a:prstGeom>
          <a:solidFill xmlns:a="http://schemas.openxmlformats.org/drawingml/2006/main">
            <a:srgbClr val="B868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5DC37A5-D3B7-4396-A617-5266FF466232}"/>
              </a:ext>
            </a:extLst>
          </p:cNvPr>
          <p:cNvSpPr>
            <a:spLocks xmlns:a="http://schemas.openxmlformats.org/drawingml/2006/main" noGrp="1"/>
          </p:cNvSpPr>
          <p:nvPr/>
        </p:nvSpPr>
        <p:spPr>
          <a:xfrm xmlns:a="http://schemas.openxmlformats.org/drawingml/2006/main">
            <a:off x="10810875" y="47720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74</a:t>
            </a:r>
          </a:p>
        </p:txBody>
      </p:sp>
      <p:sp>
        <p:nvSpPr>
          <p:cNvPr id="57" name="">
            <a:extLst xmlns:a="http://schemas.openxmlformats.org/drawingml/2006/main">
              <a:ext uri="{FF2B5EF4-FFF2-40B4-BE49-F238E27FC236}">
                <a16:creationId xmlns:a16="http://schemas.microsoft.com/office/drawing/2014/main" id="{70CB87AD-B6E9-4C79-A434-AA4D190BB500}"/>
              </a:ext>
            </a:extLst>
          </p:cNvPr>
          <p:cNvSpPr>
            <a:spLocks xmlns:a="http://schemas.openxmlformats.org/drawingml/2006/main" noGrp="1"/>
          </p:cNvSpPr>
          <p:nvPr/>
        </p:nvSpPr>
        <p:spPr>
          <a:xfrm xmlns:a="http://schemas.openxmlformats.org/drawingml/2006/main">
            <a:off x="6572250" y="52673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38332E"/>
                </a:solidFill>
                <a:latin typeface="Ubuntu Condensed"/>
                <a:ea typeface="Ubuntu Condensed"/>
                <a:cs typeface="Ubuntu Condensed"/>
              </a:defRPr>
            </a:defPPr>
          </a:lstStyle>
          <a:p xmlns:a="http://schemas.openxmlformats.org/drawingml/2006/main">
            <a:pPr>
              <a:defRPr sz="1650">
                <a:solidFill>
                  <a:srgbClr val="38332E"/>
                </a:solidFill>
                <a:latin typeface="Ubuntu Condensed"/>
                <a:ea typeface="Ubuntu Condensed"/>
                <a:cs typeface="Ubuntu Condensed"/>
              </a:defRPr>
            </a:pPr>
            <a:r>
              <a:rPr sz="1650">
                <a:solidFill>
                  <a:srgbClr val="38332E"/>
                </a:solidFill>
                <a:latin typeface="Ubuntu Condensed"/>
                <a:ea typeface="Ubuntu Condensed"/>
                <a:cs typeface="Ubuntu Condensed"/>
              </a:rPr>
              <a:t>India</a:t>
            </a:r>
          </a:p>
        </p:txBody>
      </p:sp>
      <p:sp>
        <p:nvSpPr>
          <p:cNvPr id="58" name="">
            <a:extLst xmlns:a="http://schemas.openxmlformats.org/drawingml/2006/main">
              <a:ext uri="{FF2B5EF4-FFF2-40B4-BE49-F238E27FC236}">
                <a16:creationId xmlns:a16="http://schemas.microsoft.com/office/drawing/2014/main" id="{43D39B43-4DE8-4AC5-A7B3-FACF44098999}"/>
              </a:ext>
            </a:extLst>
          </p:cNvPr>
          <p:cNvSpPr>
            <a:spLocks xmlns:a="http://schemas.openxmlformats.org/drawingml/2006/main" noGrp="1"/>
          </p:cNvSpPr>
          <p:nvPr/>
        </p:nvSpPr>
        <p:spPr>
          <a:xfrm xmlns:a="http://schemas.openxmlformats.org/drawingml/2006/main">
            <a:off x="7915275" y="5172075"/>
            <a:ext cx="704850" cy="476250"/>
          </a:xfrm>
          <a:prstGeom xmlns:a="http://schemas.openxmlformats.org/drawingml/2006/main" prst="rect">
            <a:avLst/>
          </a:prstGeom>
          <a:solidFill xmlns:a="http://schemas.openxmlformats.org/drawingml/2006/main">
            <a:srgbClr val="DDB5B5"/>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EF90F4BA-365E-4460-8099-6E45D2E86388}"/>
              </a:ext>
            </a:extLst>
          </p:cNvPr>
          <p:cNvSpPr>
            <a:spLocks xmlns:a="http://schemas.openxmlformats.org/drawingml/2006/main" noGrp="1"/>
          </p:cNvSpPr>
          <p:nvPr/>
        </p:nvSpPr>
        <p:spPr>
          <a:xfrm xmlns:a="http://schemas.openxmlformats.org/drawingml/2006/main">
            <a:off x="7915275" y="52673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55</a:t>
            </a:r>
          </a:p>
        </p:txBody>
      </p:sp>
      <p:sp>
        <p:nvSpPr>
          <p:cNvPr id="60" name="">
            <a:extLst xmlns:a="http://schemas.openxmlformats.org/drawingml/2006/main">
              <a:ext uri="{FF2B5EF4-FFF2-40B4-BE49-F238E27FC236}">
                <a16:creationId xmlns:a16="http://schemas.microsoft.com/office/drawing/2014/main" id="{D70AE5C6-DCFA-4FB4-9DC1-CF981ACE38EE}"/>
              </a:ext>
            </a:extLst>
          </p:cNvPr>
          <p:cNvSpPr>
            <a:spLocks xmlns:a="http://schemas.openxmlformats.org/drawingml/2006/main" noGrp="1"/>
          </p:cNvSpPr>
          <p:nvPr/>
        </p:nvSpPr>
        <p:spPr>
          <a:xfrm xmlns:a="http://schemas.openxmlformats.org/drawingml/2006/main">
            <a:off x="8639175" y="5172075"/>
            <a:ext cx="704850" cy="476250"/>
          </a:xfrm>
          <a:prstGeom xmlns:a="http://schemas.openxmlformats.org/drawingml/2006/main" prst="rect">
            <a:avLst/>
          </a:prstGeom>
          <a:solidFill xmlns:a="http://schemas.openxmlformats.org/drawingml/2006/main">
            <a:srgbClr val="D5A5A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995827D-EED0-4F17-82FF-E841359EE546}"/>
              </a:ext>
            </a:extLst>
          </p:cNvPr>
          <p:cNvSpPr>
            <a:spLocks xmlns:a="http://schemas.openxmlformats.org/drawingml/2006/main" noGrp="1"/>
          </p:cNvSpPr>
          <p:nvPr/>
        </p:nvSpPr>
        <p:spPr>
          <a:xfrm xmlns:a="http://schemas.openxmlformats.org/drawingml/2006/main">
            <a:off x="8639175" y="52673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59</a:t>
            </a:r>
          </a:p>
        </p:txBody>
      </p:sp>
      <p:sp>
        <p:nvSpPr>
          <p:cNvPr id="62" name="">
            <a:extLst xmlns:a="http://schemas.openxmlformats.org/drawingml/2006/main">
              <a:ext uri="{FF2B5EF4-FFF2-40B4-BE49-F238E27FC236}">
                <a16:creationId xmlns:a16="http://schemas.microsoft.com/office/drawing/2014/main" id="{63BAD5EA-B9BC-40C7-8F94-E6895983C3DB}"/>
              </a:ext>
            </a:extLst>
          </p:cNvPr>
          <p:cNvSpPr>
            <a:spLocks xmlns:a="http://schemas.openxmlformats.org/drawingml/2006/main" noGrp="1"/>
          </p:cNvSpPr>
          <p:nvPr/>
        </p:nvSpPr>
        <p:spPr>
          <a:xfrm xmlns:a="http://schemas.openxmlformats.org/drawingml/2006/main">
            <a:off x="9363075" y="5172075"/>
            <a:ext cx="704850" cy="476250"/>
          </a:xfrm>
          <a:prstGeom xmlns:a="http://schemas.openxmlformats.org/drawingml/2006/main" prst="rect">
            <a:avLst/>
          </a:prstGeom>
          <a:solidFill xmlns:a="http://schemas.openxmlformats.org/drawingml/2006/main">
            <a:srgbClr val="CF999D"/>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00452F30-6F93-4BA2-8AD5-59798359A127}"/>
              </a:ext>
            </a:extLst>
          </p:cNvPr>
          <p:cNvSpPr>
            <a:spLocks xmlns:a="http://schemas.openxmlformats.org/drawingml/2006/main" noGrp="1"/>
          </p:cNvSpPr>
          <p:nvPr/>
        </p:nvSpPr>
        <p:spPr>
          <a:xfrm xmlns:a="http://schemas.openxmlformats.org/drawingml/2006/main">
            <a:off x="9363075" y="52673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62</a:t>
            </a:r>
          </a:p>
        </p:txBody>
      </p:sp>
      <p:sp>
        <p:nvSpPr>
          <p:cNvPr id="64" name="">
            <a:extLst xmlns:a="http://schemas.openxmlformats.org/drawingml/2006/main">
              <a:ext uri="{FF2B5EF4-FFF2-40B4-BE49-F238E27FC236}">
                <a16:creationId xmlns:a16="http://schemas.microsoft.com/office/drawing/2014/main" id="{7B8BCB3F-FDB7-41F9-86D1-D996CBA734C5}"/>
              </a:ext>
            </a:extLst>
          </p:cNvPr>
          <p:cNvSpPr>
            <a:spLocks xmlns:a="http://schemas.openxmlformats.org/drawingml/2006/main" noGrp="1"/>
          </p:cNvSpPr>
          <p:nvPr/>
        </p:nvSpPr>
        <p:spPr>
          <a:xfrm xmlns:a="http://schemas.openxmlformats.org/drawingml/2006/main">
            <a:off x="10086975" y="5172075"/>
            <a:ext cx="704850" cy="476250"/>
          </a:xfrm>
          <a:prstGeom xmlns:a="http://schemas.openxmlformats.org/drawingml/2006/main" prst="rect">
            <a:avLst/>
          </a:prstGeom>
          <a:solidFill xmlns:a="http://schemas.openxmlformats.org/drawingml/2006/main">
            <a:srgbClr val="C6848C"/>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F55ED05B-1F77-4BC7-87FC-B4AED278F1D0}"/>
              </a:ext>
            </a:extLst>
          </p:cNvPr>
          <p:cNvSpPr>
            <a:spLocks xmlns:a="http://schemas.openxmlformats.org/drawingml/2006/main" noGrp="1"/>
          </p:cNvSpPr>
          <p:nvPr/>
        </p:nvSpPr>
        <p:spPr>
          <a:xfrm xmlns:a="http://schemas.openxmlformats.org/drawingml/2006/main">
            <a:off x="10086975" y="52673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38332E"/>
                </a:solidFill>
                <a:latin typeface="Ubuntu Condensed"/>
                <a:ea typeface="Ubuntu Condensed"/>
                <a:cs typeface="Ubuntu Condensed"/>
              </a:defRPr>
            </a:defPPr>
          </a:lstStyle>
          <a:p xmlns:a="http://schemas.openxmlformats.org/drawingml/2006/main">
            <a:pPr algn="ct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67</a:t>
            </a:r>
          </a:p>
        </p:txBody>
      </p:sp>
      <p:sp>
        <p:nvSpPr>
          <p:cNvPr id="66" name="">
            <a:extLst xmlns:a="http://schemas.openxmlformats.org/drawingml/2006/main">
              <a:ext uri="{FF2B5EF4-FFF2-40B4-BE49-F238E27FC236}">
                <a16:creationId xmlns:a16="http://schemas.microsoft.com/office/drawing/2014/main" id="{F985F842-3A03-4522-B0F8-AD8BEF3B8F94}"/>
              </a:ext>
            </a:extLst>
          </p:cNvPr>
          <p:cNvSpPr>
            <a:spLocks xmlns:a="http://schemas.openxmlformats.org/drawingml/2006/main" noGrp="1"/>
          </p:cNvSpPr>
          <p:nvPr/>
        </p:nvSpPr>
        <p:spPr>
          <a:xfrm xmlns:a="http://schemas.openxmlformats.org/drawingml/2006/main">
            <a:off x="10810875" y="5172075"/>
            <a:ext cx="704850" cy="476250"/>
          </a:xfrm>
          <a:prstGeom xmlns:a="http://schemas.openxmlformats.org/drawingml/2006/main" prst="rect">
            <a:avLst/>
          </a:prstGeom>
          <a:solidFill xmlns:a="http://schemas.openxmlformats.org/drawingml/2006/main">
            <a:srgbClr val="C07881"/>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1E11258C-BBD1-4D2A-8409-884090E2B4A8}"/>
              </a:ext>
            </a:extLst>
          </p:cNvPr>
          <p:cNvSpPr>
            <a:spLocks xmlns:a="http://schemas.openxmlformats.org/drawingml/2006/main" noGrp="1"/>
          </p:cNvSpPr>
          <p:nvPr/>
        </p:nvSpPr>
        <p:spPr>
          <a:xfrm xmlns:a="http://schemas.openxmlformats.org/drawingml/2006/main">
            <a:off x="10810875" y="5267325"/>
            <a:ext cx="70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70</a:t>
            </a:r>
          </a:p>
        </p:txBody>
      </p:sp>
      <p:sp>
        <p:nvSpPr>
          <p:cNvPr id="68" name="">
            <a:extLst xmlns:a="http://schemas.openxmlformats.org/drawingml/2006/main">
              <a:ext uri="{FF2B5EF4-FFF2-40B4-BE49-F238E27FC236}">
                <a16:creationId xmlns:a16="http://schemas.microsoft.com/office/drawing/2014/main" id="{7499890F-64DC-4E63-BA21-121630FBFFBE}"/>
              </a:ext>
            </a:extLst>
          </p:cNvPr>
          <p:cNvSpPr>
            <a:spLocks xmlns:a="http://schemas.openxmlformats.org/drawingml/2006/main" noGrp="1"/>
          </p:cNvSpPr>
          <p:nvPr/>
        </p:nvSpPr>
        <p:spPr>
          <a:xfrm xmlns:a="http://schemas.openxmlformats.org/drawingml/2006/main">
            <a:off x="7924800" y="5819775"/>
            <a:ext cx="600075" cy="133350"/>
          </a:xfrm>
          <a:prstGeom xmlns:a="http://schemas.openxmlformats.org/drawingml/2006/main" prst="rect">
            <a:avLst/>
          </a:prstGeom>
          <a:solidFill xmlns:a="http://schemas.openxmlformats.org/drawingml/2006/main">
            <a:srgbClr val="FAF2E8"/>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A5431C6F-0785-440C-AEFC-61DD95E6261A}"/>
              </a:ext>
            </a:extLst>
          </p:cNvPr>
          <p:cNvSpPr>
            <a:spLocks xmlns:a="http://schemas.openxmlformats.org/drawingml/2006/main" noGrp="1"/>
          </p:cNvSpPr>
          <p:nvPr/>
        </p:nvSpPr>
        <p:spPr>
          <a:xfrm xmlns:a="http://schemas.openxmlformats.org/drawingml/2006/main">
            <a:off x="7924800" y="6000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40</a:t>
            </a:r>
          </a:p>
        </p:txBody>
      </p:sp>
      <p:sp>
        <p:nvSpPr>
          <p:cNvPr id="70" name="">
            <a:extLst xmlns:a="http://schemas.openxmlformats.org/drawingml/2006/main">
              <a:ext uri="{FF2B5EF4-FFF2-40B4-BE49-F238E27FC236}">
                <a16:creationId xmlns:a16="http://schemas.microsoft.com/office/drawing/2014/main" id="{9E238905-44C7-412C-89C5-5DC9F1C65610}"/>
              </a:ext>
            </a:extLst>
          </p:cNvPr>
          <p:cNvSpPr>
            <a:spLocks xmlns:a="http://schemas.openxmlformats.org/drawingml/2006/main" noGrp="1"/>
          </p:cNvSpPr>
          <p:nvPr/>
        </p:nvSpPr>
        <p:spPr>
          <a:xfrm xmlns:a="http://schemas.openxmlformats.org/drawingml/2006/main">
            <a:off x="8524875" y="5819775"/>
            <a:ext cx="600075" cy="133350"/>
          </a:xfrm>
          <a:prstGeom xmlns:a="http://schemas.openxmlformats.org/drawingml/2006/main" prst="rect">
            <a:avLst/>
          </a:prstGeom>
          <a:solidFill xmlns:a="http://schemas.openxmlformats.org/drawingml/2006/main">
            <a:srgbClr val="E7C9C6"/>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12457CA8-2B17-45CA-B3A3-047EB1AD1ECB}"/>
              </a:ext>
            </a:extLst>
          </p:cNvPr>
          <p:cNvSpPr>
            <a:spLocks xmlns:a="http://schemas.openxmlformats.org/drawingml/2006/main" noGrp="1"/>
          </p:cNvSpPr>
          <p:nvPr/>
        </p:nvSpPr>
        <p:spPr>
          <a:xfrm xmlns:a="http://schemas.openxmlformats.org/drawingml/2006/main">
            <a:off x="8524875" y="6000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50</a:t>
            </a:r>
          </a:p>
        </p:txBody>
      </p:sp>
      <p:sp>
        <p:nvSpPr>
          <p:cNvPr id="72" name="">
            <a:extLst xmlns:a="http://schemas.openxmlformats.org/drawingml/2006/main">
              <a:ext uri="{FF2B5EF4-FFF2-40B4-BE49-F238E27FC236}">
                <a16:creationId xmlns:a16="http://schemas.microsoft.com/office/drawing/2014/main" id="{5B4BCC2B-9F2F-4BC7-99D8-95DB2DD01144}"/>
              </a:ext>
            </a:extLst>
          </p:cNvPr>
          <p:cNvSpPr>
            <a:spLocks xmlns:a="http://schemas.openxmlformats.org/drawingml/2006/main" noGrp="1"/>
          </p:cNvSpPr>
          <p:nvPr/>
        </p:nvSpPr>
        <p:spPr>
          <a:xfrm xmlns:a="http://schemas.openxmlformats.org/drawingml/2006/main">
            <a:off x="9124950" y="5819775"/>
            <a:ext cx="600075" cy="133350"/>
          </a:xfrm>
          <a:prstGeom xmlns:a="http://schemas.openxmlformats.org/drawingml/2006/main" prst="rect">
            <a:avLst/>
          </a:prstGeom>
          <a:solidFill xmlns:a="http://schemas.openxmlformats.org/drawingml/2006/main">
            <a:srgbClr val="D3A1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1CDCA16A-9AEC-401D-B4F3-6BC5B03FDF49}"/>
              </a:ext>
            </a:extLst>
          </p:cNvPr>
          <p:cNvSpPr>
            <a:spLocks xmlns:a="http://schemas.openxmlformats.org/drawingml/2006/main" noGrp="1"/>
          </p:cNvSpPr>
          <p:nvPr/>
        </p:nvSpPr>
        <p:spPr>
          <a:xfrm xmlns:a="http://schemas.openxmlformats.org/drawingml/2006/main">
            <a:off x="9124950" y="6000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60</a:t>
            </a:r>
          </a:p>
        </p:txBody>
      </p:sp>
      <p:sp>
        <p:nvSpPr>
          <p:cNvPr id="74" name="">
            <a:extLst xmlns:a="http://schemas.openxmlformats.org/drawingml/2006/main">
              <a:ext uri="{FF2B5EF4-FFF2-40B4-BE49-F238E27FC236}">
                <a16:creationId xmlns:a16="http://schemas.microsoft.com/office/drawing/2014/main" id="{BC681E54-F172-47AE-83D6-6250BE76C5DA}"/>
              </a:ext>
            </a:extLst>
          </p:cNvPr>
          <p:cNvSpPr>
            <a:spLocks xmlns:a="http://schemas.openxmlformats.org/drawingml/2006/main" noGrp="1"/>
          </p:cNvSpPr>
          <p:nvPr/>
        </p:nvSpPr>
        <p:spPr>
          <a:xfrm xmlns:a="http://schemas.openxmlformats.org/drawingml/2006/main">
            <a:off x="9725025" y="5819775"/>
            <a:ext cx="600075" cy="133350"/>
          </a:xfrm>
          <a:prstGeom xmlns:a="http://schemas.openxmlformats.org/drawingml/2006/main" prst="rect">
            <a:avLst/>
          </a:prstGeom>
          <a:solidFill xmlns:a="http://schemas.openxmlformats.org/drawingml/2006/main">
            <a:srgbClr val="C07881"/>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244C24BC-56F1-47C3-AAEF-0F227DD801E9}"/>
              </a:ext>
            </a:extLst>
          </p:cNvPr>
          <p:cNvSpPr>
            <a:spLocks xmlns:a="http://schemas.openxmlformats.org/drawingml/2006/main" noGrp="1"/>
          </p:cNvSpPr>
          <p:nvPr/>
        </p:nvSpPr>
        <p:spPr>
          <a:xfrm xmlns:a="http://schemas.openxmlformats.org/drawingml/2006/main">
            <a:off x="9725025" y="6000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70</a:t>
            </a:r>
          </a:p>
        </p:txBody>
      </p:sp>
      <p:sp>
        <p:nvSpPr>
          <p:cNvPr id="76" name="">
            <a:extLst xmlns:a="http://schemas.openxmlformats.org/drawingml/2006/main">
              <a:ext uri="{FF2B5EF4-FFF2-40B4-BE49-F238E27FC236}">
                <a16:creationId xmlns:a16="http://schemas.microsoft.com/office/drawing/2014/main" id="{1FA3BAE4-6611-4EB3-8268-A735443B6EBA}"/>
              </a:ext>
            </a:extLst>
          </p:cNvPr>
          <p:cNvSpPr>
            <a:spLocks xmlns:a="http://schemas.openxmlformats.org/drawingml/2006/main" noGrp="1"/>
          </p:cNvSpPr>
          <p:nvPr/>
        </p:nvSpPr>
        <p:spPr>
          <a:xfrm xmlns:a="http://schemas.openxmlformats.org/drawingml/2006/main">
            <a:off x="10325100" y="5819775"/>
            <a:ext cx="600075" cy="133350"/>
          </a:xfrm>
          <a:prstGeom xmlns:a="http://schemas.openxmlformats.org/drawingml/2006/main" prst="rect">
            <a:avLst/>
          </a:prstGeom>
          <a:solidFill xmlns:a="http://schemas.openxmlformats.org/drawingml/2006/main">
            <a:srgbClr val="AC505F"/>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8A67CB52-FD60-4B33-8844-65A8A0D1DEB3}"/>
              </a:ext>
            </a:extLst>
          </p:cNvPr>
          <p:cNvSpPr>
            <a:spLocks xmlns:a="http://schemas.openxmlformats.org/drawingml/2006/main" noGrp="1"/>
          </p:cNvSpPr>
          <p:nvPr/>
        </p:nvSpPr>
        <p:spPr>
          <a:xfrm xmlns:a="http://schemas.openxmlformats.org/drawingml/2006/main">
            <a:off x="10325100" y="6000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80</a:t>
            </a:r>
          </a:p>
        </p:txBody>
      </p:sp>
      <p:sp>
        <p:nvSpPr>
          <p:cNvPr id="78" name="">
            <a:extLst xmlns:a="http://schemas.openxmlformats.org/drawingml/2006/main">
              <a:ext uri="{FF2B5EF4-FFF2-40B4-BE49-F238E27FC236}">
                <a16:creationId xmlns:a16="http://schemas.microsoft.com/office/drawing/2014/main" id="{B975A8B8-FFE1-4DB4-9E1C-7F344BBA7BD5}"/>
              </a:ext>
            </a:extLst>
          </p:cNvPr>
          <p:cNvSpPr>
            <a:spLocks xmlns:a="http://schemas.openxmlformats.org/drawingml/2006/main" noGrp="1"/>
          </p:cNvSpPr>
          <p:nvPr/>
        </p:nvSpPr>
        <p:spPr>
          <a:xfrm xmlns:a="http://schemas.openxmlformats.org/drawingml/2006/main">
            <a:off x="10925175" y="5819775"/>
            <a:ext cx="600075" cy="133350"/>
          </a:xfrm>
          <a:prstGeom xmlns:a="http://schemas.openxmlformats.org/drawingml/2006/main" prst="rect">
            <a:avLst/>
          </a:prstGeom>
          <a:solidFill xmlns:a="http://schemas.openxmlformats.org/drawingml/2006/main">
            <a:srgbClr val="99273D"/>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83CBF73B-BB50-4942-BCBB-B5266670471C}"/>
              </a:ext>
            </a:extLst>
          </p:cNvPr>
          <p:cNvSpPr>
            <a:spLocks xmlns:a="http://schemas.openxmlformats.org/drawingml/2006/main" noGrp="1"/>
          </p:cNvSpPr>
          <p:nvPr/>
        </p:nvSpPr>
        <p:spPr>
          <a:xfrm xmlns:a="http://schemas.openxmlformats.org/drawingml/2006/main">
            <a:off x="10925175" y="600075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a:solidFill>
                  <a:srgbClr val="81796F"/>
                </a:solidFill>
                <a:latin typeface="Ubuntu Condensed"/>
                <a:ea typeface="Ubuntu Condensed"/>
                <a:cs typeface="Ubuntu Condensed"/>
              </a:defRPr>
            </a:defPPr>
          </a:lstStyle>
          <a:p xmlns:a="http://schemas.openxmlformats.org/drawingml/2006/main">
            <a:pPr>
              <a:defRPr sz="1350">
                <a:solidFill>
                  <a:srgbClr val="81796F"/>
                </a:solidFill>
                <a:latin typeface="Ubuntu Condensed"/>
                <a:ea typeface="Ubuntu Condensed"/>
                <a:cs typeface="Ubuntu Condensed"/>
              </a:defRPr>
            </a:pPr>
            <a:r>
              <a:rPr sz="1350">
                <a:solidFill>
                  <a:srgbClr val="81796F"/>
                </a:solidFill>
                <a:latin typeface="Ubuntu Condensed"/>
                <a:ea typeface="Ubuntu Condensed"/>
                <a:cs typeface="Ubuntu Condensed"/>
              </a:rPr>
              <a:t>90</a:t>
            </a:r>
          </a:p>
        </p:txBody>
      </p:sp>
      <p:sp>
        <p:nvSpPr>
          <p:cNvPr id="80" name="">
            <a:extLst xmlns:a="http://schemas.openxmlformats.org/drawingml/2006/main">
              <a:ext uri="{FF2B5EF4-FFF2-40B4-BE49-F238E27FC236}">
                <a16:creationId xmlns:a16="http://schemas.microsoft.com/office/drawing/2014/main" id="{01C284A4-7F65-4F0D-A9A5-7B38AF8D153B}"/>
              </a:ext>
            </a:extLst>
          </p:cNvPr>
          <p:cNvSpPr>
            <a:spLocks xmlns:a="http://schemas.openxmlformats.org/drawingml/2006/main" noGrp="1"/>
          </p:cNvSpPr>
          <p:nvPr/>
        </p:nvSpPr>
        <p:spPr>
          <a:xfrm xmlns:a="http://schemas.openxmlformats.org/drawingml/2006/main">
            <a:off x="457200" y="6286500"/>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Association does not establish cause.</a:t>
            </a:r>
          </a:p>
        </p:txBody>
      </p:sp>
      <p:sp>
        <p:nvSpPr>
          <p:cNvPr id="81" name="">
            <a:extLst xmlns:a="http://schemas.openxmlformats.org/drawingml/2006/main">
              <a:ext uri="{FF2B5EF4-FFF2-40B4-BE49-F238E27FC236}">
                <a16:creationId xmlns:a16="http://schemas.microsoft.com/office/drawing/2014/main" id="{A120D041-AE3E-494E-A70C-9C407E8A7AC1}"/>
              </a:ext>
            </a:extLst>
          </p:cNvPr>
          <p:cNvSpPr>
            <a:spLocks xmlns:a="http://schemas.openxmlformats.org/drawingml/2006/main" noGrp="1"/>
          </p:cNvSpPr>
          <p:nvPr/>
        </p:nvSpPr>
        <p:spPr>
          <a:xfrm xmlns:a="http://schemas.openxmlformats.org/drawingml/2006/main">
            <a:off x="6572250" y="6362700"/>
            <a:ext cx="533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38332E"/>
                </a:solidFill>
                <a:latin typeface="Ubuntu Condensed"/>
                <a:ea typeface="Ubuntu Condensed"/>
                <a:cs typeface="Ubuntu Condensed"/>
              </a:defRPr>
            </a:defPPr>
          </a:lstStyle>
          <a:p xmlns:a="http://schemas.openxmlformats.org/drawingml/2006/main">
            <a:pPr>
              <a:defRPr sz="1800">
                <a:solidFill>
                  <a:srgbClr val="38332E"/>
                </a:solidFill>
                <a:latin typeface="Ubuntu Condensed"/>
                <a:ea typeface="Ubuntu Condensed"/>
                <a:cs typeface="Ubuntu Condensed"/>
              </a:defRPr>
            </a:pPr>
            <a:r>
              <a:rPr sz="1800">
                <a:solidFill>
                  <a:srgbClr val="38332E"/>
                </a:solidFill>
                <a:latin typeface="Ubuntu Condensed"/>
                <a:ea typeface="Ubuntu Condensed"/>
                <a:cs typeface="Ubuntu Condensed"/>
              </a:rPr>
              <a:t>One shared color scale, in years.</a:t>
            </a:r>
          </a:p>
        </p:txBody>
      </p:sp>
    </p:spTree>
    <p:extLst>
      <p:ext uri="{BB962C8B-B14F-4D97-AF65-F5344CB8AC3E}">
        <p14:creationId xmlns:p14="http://schemas.microsoft.com/office/powerpoint/2010/main" val="3890523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587F9A-B1E9-430F-A7D2-14CBA648365E}"/>
              </a:ext>
            </a:extLst>
          </p:cNvPr>
          <p:cNvSpPr>
            <a:spLocks xmlns:a="http://schemas.openxmlformats.org/drawingml/2006/main" noGrp="1"/>
          </p:cNvSpPr>
          <p:nvPr/>
        </p:nvSpPr>
        <p:spPr>
          <a:xfrm xmlns:a="http://schemas.openxmlformats.org/drawingml/2006/main">
            <a:off x="419100"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Tableau chart types: parts of a whole</a:t>
            </a:r>
          </a:p>
        </p:txBody>
      </p:sp>
      <p:sp>
        <p:nvSpPr>
          <p:cNvPr id="2" name="">
            <a:extLst xmlns:a="http://schemas.openxmlformats.org/drawingml/2006/main">
              <a:ext uri="{FF2B5EF4-FFF2-40B4-BE49-F238E27FC236}">
                <a16:creationId xmlns:a16="http://schemas.microsoft.com/office/drawing/2014/main" id="{1FE8A3AF-3722-4880-A3A4-6D6F33B6102B}"/>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How many countries fall in each life-expectancy band? (2020)</a:t>
            </a:r>
          </a:p>
        </p:txBody>
      </p:sp>
      <p:sp>
        <p:nvSpPr>
          <p:cNvPr id="3" name="">
            <a:extLst xmlns:a="http://schemas.openxmlformats.org/drawingml/2006/main">
              <a:ext uri="{FF2B5EF4-FFF2-40B4-BE49-F238E27FC236}">
                <a16:creationId xmlns:a16="http://schemas.microsoft.com/office/drawing/2014/main" id="{69F04BFF-B9CD-4AD7-A9FA-0709EDA13201}"/>
              </a:ext>
            </a:extLst>
          </p:cNvPr>
          <p:cNvSpPr>
            <a:spLocks xmlns:a="http://schemas.openxmlformats.org/drawingml/2006/main" noGrp="1"/>
          </p:cNvSpPr>
          <p:nvPr/>
        </p:nvSpPr>
        <p:spPr>
          <a:xfrm xmlns:a="http://schemas.openxmlformats.org/drawingml/2006/main">
            <a:off x="4572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Pie chart</a:t>
            </a:r>
          </a:p>
        </p:txBody>
      </p:sp>
      <p:sp>
        <p:nvSpPr>
          <p:cNvPr id="4" name="">
            <a:extLst xmlns:a="http://schemas.openxmlformats.org/drawingml/2006/main">
              <a:ext uri="{FF2B5EF4-FFF2-40B4-BE49-F238E27FC236}">
                <a16:creationId xmlns:a16="http://schemas.microsoft.com/office/drawing/2014/main" id="{7912480F-F24C-40B3-BBDC-258D8C09EE38}"/>
              </a:ext>
            </a:extLst>
          </p:cNvPr>
          <p:cNvSpPr>
            <a:spLocks xmlns:a="http://schemas.openxmlformats.org/drawingml/2006/main" noGrp="1"/>
          </p:cNvSpPr>
          <p:nvPr/>
        </p:nvSpPr>
        <p:spPr>
          <a:xfrm xmlns:a="http://schemas.openxmlformats.org/drawingml/2006/main">
            <a:off x="45720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Shares of a total</a:t>
            </a:r>
          </a:p>
        </p:txBody>
      </p:sp>
      <p:sp>
        <p:nvSpPr>
          <p:cNvPr id="5" name="">
            <a:extLst xmlns:a="http://schemas.openxmlformats.org/drawingml/2006/main">
              <a:ext uri="{FF2B5EF4-FFF2-40B4-BE49-F238E27FC236}">
                <a16:creationId xmlns:a16="http://schemas.microsoft.com/office/drawing/2014/main" id="{D3640C0A-3D8D-4147-AB9F-C75269CA8F65}"/>
              </a:ext>
            </a:extLst>
          </p:cNvPr>
          <p:cNvSpPr>
            <a:spLocks xmlns:a="http://schemas.openxmlformats.org/drawingml/2006/main" noGrp="1"/>
          </p:cNvSpPr>
          <p:nvPr/>
        </p:nvSpPr>
        <p:spPr>
          <a:xfrm xmlns:a="http://schemas.openxmlformats.org/drawingml/2006/main">
            <a:off x="657225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Treemap</a:t>
            </a:r>
          </a:p>
        </p:txBody>
      </p:sp>
      <p:sp>
        <p:nvSpPr>
          <p:cNvPr id="6" name="">
            <a:extLst xmlns:a="http://schemas.openxmlformats.org/drawingml/2006/main">
              <a:ext uri="{FF2B5EF4-FFF2-40B4-BE49-F238E27FC236}">
                <a16:creationId xmlns:a16="http://schemas.microsoft.com/office/drawing/2014/main" id="{7C596D97-D8B4-41A4-AFBC-DD2CA2466CC5}"/>
              </a:ext>
            </a:extLst>
          </p:cNvPr>
          <p:cNvSpPr>
            <a:spLocks xmlns:a="http://schemas.openxmlformats.org/drawingml/2006/main" noGrp="1"/>
          </p:cNvSpPr>
          <p:nvPr/>
        </p:nvSpPr>
        <p:spPr>
          <a:xfrm xmlns:a="http://schemas.openxmlformats.org/drawingml/2006/main">
            <a:off x="657225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Parts sized by area</a:t>
            </a:r>
          </a:p>
        </p:txBody>
      </p:sp>
      <p:graphicFrame>
        <p:nvGraphicFramePr>
          <p:cNvPr id="7" name="Chart">
            <a:extLst xmlns:a="http://schemas.openxmlformats.org/drawingml/2006/main">
              <a:ext uri="{FF2B5EF4-FFF2-40B4-BE49-F238E27FC236}">
                <a16:creationId xmlns:a16="http://schemas.microsoft.com/office/drawing/2014/main" id="{4EF225B6-AB37-437D-A20A-504A6FACB713}"/>
              </a:ext>
            </a:extLst>
          </p:cNvPr>
          <p:cNvGraphicFramePr/>
          <p:nvPr/>
        </p:nvGraphicFramePr>
        <p:xfrm>
          <a:off xmlns:a="http://schemas.openxmlformats.org/drawingml/2006/main" x="114300" y="2686050"/>
          <a:ext xmlns:a="http://schemas.openxmlformats.org/drawingml/2006/main" cx="5791200" cy="3190875"/>
        </p:xfrm>
        <a:graphic xmlns:a="http://schemas.openxmlformats.org/drawingml/2006/main">
          <a:graphicData uri="http://schemas.openxmlformats.org/drawingml/2006/chart">
            <c:chart xmlns:r="http://schemas.openxmlformats.org/officeDocument/2006/relationships" xmlns:c="http://schemas.openxmlformats.org/drawingml/2006/chart" r:id="R985a7a4115bf45dc"/>
          </a:graphicData>
        </a:graphic>
      </p:graphicFrame>
      <p:sp>
        <p:nvSpPr>
          <p:cNvPr id="8" name="">
            <a:extLst xmlns:a="http://schemas.openxmlformats.org/drawingml/2006/main">
              <a:ext uri="{FF2B5EF4-FFF2-40B4-BE49-F238E27FC236}">
                <a16:creationId xmlns:a16="http://schemas.microsoft.com/office/drawing/2014/main" id="{8021F97F-D819-41AD-AF5D-FD92D052EDDD}"/>
              </a:ext>
            </a:extLst>
          </p:cNvPr>
          <p:cNvSpPr>
            <a:spLocks xmlns:a="http://schemas.openxmlformats.org/drawingml/2006/main" noGrp="1"/>
          </p:cNvSpPr>
          <p:nvPr/>
        </p:nvSpPr>
        <p:spPr>
          <a:xfrm xmlns:a="http://schemas.openxmlformats.org/drawingml/2006/main">
            <a:off x="6581775" y="2771775"/>
            <a:ext cx="2528888" cy="2886075"/>
          </a:xfrm>
          <a:prstGeom xmlns:a="http://schemas.openxmlformats.org/drawingml/2006/main" prst="rect">
            <a:avLst/>
          </a:prstGeom>
          <a:solidFill xmlns:a="http://schemas.openxmlformats.org/drawingml/2006/main">
            <a:srgbClr val="B23C5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2AADAB5-D6B3-436E-B383-740A246F180D}"/>
              </a:ext>
            </a:extLst>
          </p:cNvPr>
          <p:cNvSpPr>
            <a:spLocks xmlns:a="http://schemas.openxmlformats.org/drawingml/2006/main" noGrp="1"/>
          </p:cNvSpPr>
          <p:nvPr/>
        </p:nvSpPr>
        <p:spPr>
          <a:xfrm xmlns:a="http://schemas.openxmlformats.org/drawingml/2006/main">
            <a:off x="6581775" y="3929063"/>
            <a:ext cx="2528888"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70–79 years</a:t>
            </a:r>
          </a:p>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97</a:t>
            </a:r>
          </a:p>
        </p:txBody>
      </p:sp>
      <p:sp>
        <p:nvSpPr>
          <p:cNvPr id="10" name="">
            <a:extLst xmlns:a="http://schemas.openxmlformats.org/drawingml/2006/main">
              <a:ext uri="{FF2B5EF4-FFF2-40B4-BE49-F238E27FC236}">
                <a16:creationId xmlns:a16="http://schemas.microsoft.com/office/drawing/2014/main" id="{952B16AA-B25C-4A60-A43A-59B66C185AF2}"/>
              </a:ext>
            </a:extLst>
          </p:cNvPr>
          <p:cNvSpPr>
            <a:spLocks xmlns:a="http://schemas.openxmlformats.org/drawingml/2006/main" noGrp="1"/>
          </p:cNvSpPr>
          <p:nvPr/>
        </p:nvSpPr>
        <p:spPr>
          <a:xfrm xmlns:a="http://schemas.openxmlformats.org/drawingml/2006/main">
            <a:off x="9129713" y="2771775"/>
            <a:ext cx="2528888" cy="2017532"/>
          </a:xfrm>
          <a:prstGeom xmlns:a="http://schemas.openxmlformats.org/drawingml/2006/main" prst="rect">
            <a:avLst/>
          </a:prstGeom>
          <a:solidFill xmlns:a="http://schemas.openxmlformats.org/drawingml/2006/main">
            <a:srgbClr val="C18A3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640138-FE68-4D73-AC23-BB17282B8636}"/>
              </a:ext>
            </a:extLst>
          </p:cNvPr>
          <p:cNvSpPr>
            <a:spLocks xmlns:a="http://schemas.openxmlformats.org/drawingml/2006/main" noGrp="1"/>
          </p:cNvSpPr>
          <p:nvPr/>
        </p:nvSpPr>
        <p:spPr>
          <a:xfrm xmlns:a="http://schemas.openxmlformats.org/drawingml/2006/main">
            <a:off x="9129713" y="3494791"/>
            <a:ext cx="2528888"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Under 70</a:t>
            </a:r>
          </a:p>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68</a:t>
            </a:r>
          </a:p>
        </p:txBody>
      </p:sp>
      <p:sp>
        <p:nvSpPr>
          <p:cNvPr id="12" name="">
            <a:extLst xmlns:a="http://schemas.openxmlformats.org/drawingml/2006/main">
              <a:ext uri="{FF2B5EF4-FFF2-40B4-BE49-F238E27FC236}">
                <a16:creationId xmlns:a16="http://schemas.microsoft.com/office/drawing/2014/main" id="{56FE917A-A0BD-4FFE-9F30-0D9DD432537C}"/>
              </a:ext>
            </a:extLst>
          </p:cNvPr>
          <p:cNvSpPr>
            <a:spLocks xmlns:a="http://schemas.openxmlformats.org/drawingml/2006/main" noGrp="1"/>
          </p:cNvSpPr>
          <p:nvPr/>
        </p:nvSpPr>
        <p:spPr>
          <a:xfrm xmlns:a="http://schemas.openxmlformats.org/drawingml/2006/main">
            <a:off x="9129713" y="4808357"/>
            <a:ext cx="2528888" cy="849493"/>
          </a:xfrm>
          <a:prstGeom xmlns:a="http://schemas.openxmlformats.org/drawingml/2006/main" prst="rect">
            <a:avLst/>
          </a:prstGeom>
          <a:solidFill xmlns:a="http://schemas.openxmlformats.org/drawingml/2006/main">
            <a:srgbClr val="4579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6AD902A-1645-4C9B-B2F8-CC608CD9AF76}"/>
              </a:ext>
            </a:extLst>
          </p:cNvPr>
          <p:cNvSpPr>
            <a:spLocks xmlns:a="http://schemas.openxmlformats.org/drawingml/2006/main" noGrp="1"/>
          </p:cNvSpPr>
          <p:nvPr/>
        </p:nvSpPr>
        <p:spPr>
          <a:xfrm xmlns:a="http://schemas.openxmlformats.org/drawingml/2006/main">
            <a:off x="9129713" y="4947354"/>
            <a:ext cx="2528888"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800">
                <a:solidFill>
                  <a:srgbClr val="FFFFFF"/>
                </a:solidFill>
                <a:latin typeface="Ubuntu Condensed"/>
                <a:ea typeface="Ubuntu Condensed"/>
                <a:cs typeface="Ubuntu Condensed"/>
              </a:defRPr>
            </a:defPPr>
          </a:lstStyle>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80+ years</a:t>
            </a:r>
          </a:p>
          <a:p xmlns:a="http://schemas.openxmlformats.org/drawingml/2006/main">
            <a:pPr algn="ctr">
              <a:defRPr sz="1800">
                <a:solidFill>
                  <a:srgbClr val="FFFFFF"/>
                </a:solidFill>
                <a:latin typeface="Ubuntu Condensed"/>
                <a:ea typeface="Ubuntu Condensed"/>
                <a:cs typeface="Ubuntu Condensed"/>
              </a:defRPr>
            </a:pPr>
            <a:r>
              <a:rPr sz="1800">
                <a:solidFill>
                  <a:srgbClr val="FFFFFF"/>
                </a:solidFill>
                <a:latin typeface="Ubuntu Condensed"/>
                <a:ea typeface="Ubuntu Condensed"/>
                <a:cs typeface="Ubuntu Condensed"/>
              </a:rPr>
              <a:t>29</a:t>
            </a:r>
          </a:p>
        </p:txBody>
      </p:sp>
      <p:sp>
        <p:nvSpPr>
          <p:cNvPr id="14" name="">
            <a:extLst xmlns:a="http://schemas.openxmlformats.org/drawingml/2006/main">
              <a:ext uri="{FF2B5EF4-FFF2-40B4-BE49-F238E27FC236}">
                <a16:creationId xmlns:a16="http://schemas.microsoft.com/office/drawing/2014/main" id="{1F7338F9-B9EB-4902-9B57-2722565E2BBF}"/>
              </a:ext>
            </a:extLst>
          </p:cNvPr>
          <p:cNvSpPr>
            <a:spLocks xmlns:a="http://schemas.openxmlformats.org/drawingml/2006/main" noGrp="1"/>
          </p:cNvSpPr>
          <p:nvPr/>
        </p:nvSpPr>
        <p:spPr>
          <a:xfrm xmlns:a="http://schemas.openxmlformats.org/drawingml/2006/main">
            <a:off x="457200" y="6038850"/>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81796F"/>
                </a:solidFill>
                <a:latin typeface="Ubuntu Condensed"/>
                <a:ea typeface="Ubuntu Condensed"/>
                <a:cs typeface="Ubuntu Condensed"/>
              </a:defRPr>
            </a:defPPr>
          </a:lstStyle>
          <a:p xmlns:a="http://schemas.openxmlformats.org/drawingml/2006/main">
            <a:pPr>
              <a:defRPr sz="1800">
                <a:solidFill>
                  <a:srgbClr val="81796F"/>
                </a:solidFill>
                <a:latin typeface="Ubuntu Condensed"/>
                <a:ea typeface="Ubuntu Condensed"/>
                <a:cs typeface="Ubuntu Condensed"/>
              </a:defRPr>
            </a:pPr>
            <a:r>
              <a:rPr sz="1800">
                <a:solidFill>
                  <a:srgbClr val="81796F"/>
                </a:solidFill>
                <a:latin typeface="Ubuntu Condensed"/>
                <a:ea typeface="Ubuntu Condensed"/>
                <a:cs typeface="Ubuntu Condensed"/>
              </a:rPr>
              <a:t>194 countries with valid life expectancy. Shares of countries, not people.</a:t>
            </a:r>
          </a:p>
        </p:txBody>
      </p:sp>
      <p:sp>
        <p:nvSpPr>
          <p:cNvPr id="15" name="">
            <a:extLst xmlns:a="http://schemas.openxmlformats.org/drawingml/2006/main">
              <a:ext uri="{FF2B5EF4-FFF2-40B4-BE49-F238E27FC236}">
                <a16:creationId xmlns:a16="http://schemas.microsoft.com/office/drawing/2014/main" id="{5C8980FB-5DD1-4F62-9A96-ED15239EA57A}"/>
              </a:ext>
            </a:extLst>
          </p:cNvPr>
          <p:cNvSpPr>
            <a:spLocks xmlns:a="http://schemas.openxmlformats.org/drawingml/2006/main" noGrp="1"/>
          </p:cNvSpPr>
          <p:nvPr/>
        </p:nvSpPr>
        <p:spPr>
          <a:xfrm xmlns:a="http://schemas.openxmlformats.org/drawingml/2006/main">
            <a:off x="457200" y="6438900"/>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B23C50"/>
                </a:solidFill>
                <a:latin typeface="Ubuntu Condensed"/>
                <a:ea typeface="Ubuntu Condensed"/>
                <a:cs typeface="Ubuntu Condensed"/>
              </a:defRPr>
            </a:defPPr>
          </a:lstStyle>
          <a:p xmlns:a="http://schemas.openxmlformats.org/drawingml/2006/main">
            <a:pPr>
              <a:defRPr sz="1800">
                <a:solidFill>
                  <a:srgbClr val="B23C50"/>
                </a:solidFill>
                <a:latin typeface="Ubuntu Condensed"/>
                <a:ea typeface="Ubuntu Condensed"/>
                <a:cs typeface="Ubuntu Condensed"/>
              </a:defRPr>
            </a:pPr>
            <a:r>
              <a:rPr sz="1800">
                <a:solidFill>
                  <a:srgbClr val="B23C50"/>
                </a:solidFill>
                <a:latin typeface="Ubuntu Condensed"/>
                <a:ea typeface="Ubuntu Condensed"/>
                <a:cs typeface="Ubuntu Condensed"/>
              </a:rPr>
              <a:t>Life band → Color     COUNTD(Country) → Angle / Size</a:t>
            </a:r>
          </a:p>
        </p:txBody>
      </p:sp>
    </p:spTree>
    <p:extLst>
      <p:ext uri="{BB962C8B-B14F-4D97-AF65-F5344CB8AC3E}">
        <p14:creationId xmlns:p14="http://schemas.microsoft.com/office/powerpoint/2010/main" val="3634241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9B62C0-891E-4181-A828-33DCA64315CE}"/>
              </a:ext>
            </a:extLst>
          </p:cNvPr>
          <p:cNvSpPr>
            <a:spLocks xmlns:a="http://schemas.openxmlformats.org/drawingml/2006/main" noGrp="1"/>
          </p:cNvSpPr>
          <p:nvPr/>
        </p:nvSpPr>
        <p:spPr>
          <a:xfrm xmlns:a="http://schemas.openxmlformats.org/drawingml/2006/main">
            <a:off x="419100" y="266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a:solidFill>
                  <a:srgbClr val="38332E"/>
                </a:solidFill>
                <a:latin typeface="Ubuntu Condensed"/>
                <a:ea typeface="Ubuntu Condensed"/>
                <a:cs typeface="Ubuntu Condensed"/>
              </a:defRPr>
            </a:defPPr>
          </a:lstStyle>
          <a:p xmlns:a="http://schemas.openxmlformats.org/drawingml/2006/main">
            <a:pPr>
              <a:defRPr sz="3450">
                <a:solidFill>
                  <a:srgbClr val="38332E"/>
                </a:solidFill>
                <a:latin typeface="Ubuntu Condensed"/>
                <a:ea typeface="Ubuntu Condensed"/>
                <a:cs typeface="Ubuntu Condensed"/>
              </a:defRPr>
            </a:pPr>
            <a:r>
              <a:rPr sz="3450">
                <a:solidFill>
                  <a:srgbClr val="38332E"/>
                </a:solidFill>
                <a:latin typeface="Ubuntu Condensed"/>
                <a:ea typeface="Ubuntu Condensed"/>
                <a:cs typeface="Ubuntu Condensed"/>
              </a:rPr>
              <a:t>Tableau chart types: geography</a:t>
            </a:r>
          </a:p>
        </p:txBody>
      </p:sp>
      <p:sp>
        <p:nvSpPr>
          <p:cNvPr id="2" name="">
            <a:extLst xmlns:a="http://schemas.openxmlformats.org/drawingml/2006/main">
              <a:ext uri="{FF2B5EF4-FFF2-40B4-BE49-F238E27FC236}">
                <a16:creationId xmlns:a16="http://schemas.microsoft.com/office/drawing/2014/main" id="{131B9063-331A-46E7-A826-ADD88D14ED4C}"/>
              </a:ext>
            </a:extLst>
          </p:cNvPr>
          <p:cNvSpPr>
            <a:spLocks xmlns:a="http://schemas.openxmlformats.org/drawingml/2006/main" noGrp="1"/>
          </p:cNvSpPr>
          <p:nvPr/>
        </p:nvSpPr>
        <p:spPr>
          <a:xfrm xmlns:a="http://schemas.openxmlformats.org/drawingml/2006/main">
            <a:off x="438150" y="990600"/>
            <a:ext cx="1133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a:solidFill>
                  <a:srgbClr val="81796F"/>
                </a:solidFill>
                <a:latin typeface="Ubuntu Condensed"/>
                <a:ea typeface="Ubuntu Condensed"/>
                <a:cs typeface="Ubuntu Condensed"/>
              </a:defRPr>
            </a:defPPr>
          </a:lstStyle>
          <a:p xmlns:a="http://schemas.openxmlformats.org/drawingml/2006/main">
            <a:pPr>
              <a:defRPr sz="1875">
                <a:solidFill>
                  <a:srgbClr val="81796F"/>
                </a:solidFill>
                <a:latin typeface="Ubuntu Condensed"/>
                <a:ea typeface="Ubuntu Condensed"/>
                <a:cs typeface="Ubuntu Condensed"/>
              </a:defRPr>
            </a:pPr>
            <a:r>
              <a:rPr sz="1875">
                <a:solidFill>
                  <a:srgbClr val="81796F"/>
                </a:solidFill>
                <a:latin typeface="Ubuntu Condensed"/>
                <a:ea typeface="Ubuntu Condensed"/>
                <a:cs typeface="Ubuntu Condensed"/>
              </a:rPr>
              <a:t>A map answers a question about location</a:t>
            </a:r>
          </a:p>
        </p:txBody>
      </p:sp>
      <p:sp>
        <p:nvSpPr>
          <p:cNvPr id="3" name="">
            <a:extLst xmlns:a="http://schemas.openxmlformats.org/drawingml/2006/main">
              <a:ext uri="{FF2B5EF4-FFF2-40B4-BE49-F238E27FC236}">
                <a16:creationId xmlns:a16="http://schemas.microsoft.com/office/drawing/2014/main" id="{78071801-6ADA-47C1-A437-B76A24DBC698}"/>
              </a:ext>
            </a:extLst>
          </p:cNvPr>
          <p:cNvSpPr>
            <a:spLocks xmlns:a="http://schemas.openxmlformats.org/drawingml/2006/main" noGrp="1"/>
          </p:cNvSpPr>
          <p:nvPr/>
        </p:nvSpPr>
        <p:spPr>
          <a:xfrm xmlns:a="http://schemas.openxmlformats.org/drawingml/2006/main">
            <a:off x="45720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Symbol map</a:t>
            </a:r>
          </a:p>
        </p:txBody>
      </p:sp>
      <p:sp>
        <p:nvSpPr>
          <p:cNvPr id="4" name="">
            <a:extLst xmlns:a="http://schemas.openxmlformats.org/drawingml/2006/main">
              <a:ext uri="{FF2B5EF4-FFF2-40B4-BE49-F238E27FC236}">
                <a16:creationId xmlns:a16="http://schemas.microsoft.com/office/drawing/2014/main" id="{C7EFD6C1-FF3A-4FD7-9339-CDB091EF976E}"/>
              </a:ext>
            </a:extLst>
          </p:cNvPr>
          <p:cNvSpPr>
            <a:spLocks xmlns:a="http://schemas.openxmlformats.org/drawingml/2006/main" noGrp="1"/>
          </p:cNvSpPr>
          <p:nvPr/>
        </p:nvSpPr>
        <p:spPr>
          <a:xfrm xmlns:a="http://schemas.openxmlformats.org/drawingml/2006/main">
            <a:off x="45720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Size represents a value at each location.</a:t>
            </a:r>
          </a:p>
        </p:txBody>
      </p:sp>
      <p:sp>
        <p:nvSpPr>
          <p:cNvPr id="5" name="">
            <a:extLst xmlns:a="http://schemas.openxmlformats.org/drawingml/2006/main">
              <a:ext uri="{FF2B5EF4-FFF2-40B4-BE49-F238E27FC236}">
                <a16:creationId xmlns:a16="http://schemas.microsoft.com/office/drawing/2014/main" id="{D75916F9-AC48-4FA7-BC20-CFA4A70D58FB}"/>
              </a:ext>
            </a:extLst>
          </p:cNvPr>
          <p:cNvSpPr>
            <a:spLocks xmlns:a="http://schemas.openxmlformats.org/drawingml/2006/main" noGrp="1"/>
          </p:cNvSpPr>
          <p:nvPr/>
        </p:nvSpPr>
        <p:spPr>
          <a:xfrm xmlns:a="http://schemas.openxmlformats.org/drawingml/2006/main">
            <a:off x="6572250" y="163830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a:solidFill>
                  <a:srgbClr val="B23C50"/>
                </a:solidFill>
                <a:latin typeface="Ubuntu Condensed"/>
                <a:ea typeface="Ubuntu Condensed"/>
                <a:cs typeface="Ubuntu Condensed"/>
              </a:defRPr>
            </a:defPPr>
          </a:lstStyle>
          <a:p xmlns:a="http://schemas.openxmlformats.org/drawingml/2006/main">
            <a:pPr>
              <a:defRPr sz="2400">
                <a:solidFill>
                  <a:srgbClr val="B23C50"/>
                </a:solidFill>
                <a:latin typeface="Ubuntu Condensed"/>
                <a:ea typeface="Ubuntu Condensed"/>
                <a:cs typeface="Ubuntu Condensed"/>
              </a:defRPr>
            </a:pPr>
            <a:r>
              <a:rPr sz="2400">
                <a:solidFill>
                  <a:srgbClr val="B23C50"/>
                </a:solidFill>
                <a:latin typeface="Ubuntu Condensed"/>
                <a:ea typeface="Ubuntu Condensed"/>
                <a:cs typeface="Ubuntu Condensed"/>
              </a:rPr>
              <a:t>Filled map</a:t>
            </a:r>
          </a:p>
        </p:txBody>
      </p:sp>
      <p:sp>
        <p:nvSpPr>
          <p:cNvPr id="6" name="">
            <a:extLst xmlns:a="http://schemas.openxmlformats.org/drawingml/2006/main">
              <a:ext uri="{FF2B5EF4-FFF2-40B4-BE49-F238E27FC236}">
                <a16:creationId xmlns:a16="http://schemas.microsoft.com/office/drawing/2014/main" id="{8CB1EF52-DC27-444F-A746-88B09765B937}"/>
              </a:ext>
            </a:extLst>
          </p:cNvPr>
          <p:cNvSpPr>
            <a:spLocks xmlns:a="http://schemas.openxmlformats.org/drawingml/2006/main" noGrp="1"/>
          </p:cNvSpPr>
          <p:nvPr/>
        </p:nvSpPr>
        <p:spPr>
          <a:xfrm xmlns:a="http://schemas.openxmlformats.org/drawingml/2006/main">
            <a:off x="6572250" y="21050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a:solidFill>
                  <a:srgbClr val="81796F"/>
                </a:solidFill>
                <a:latin typeface="Ubuntu Condensed"/>
                <a:ea typeface="Ubuntu Condensed"/>
                <a:cs typeface="Ubuntu Condensed"/>
              </a:defRPr>
            </a:defPPr>
          </a:lstStyle>
          <a:p xmlns:a="http://schemas.openxmlformats.org/drawingml/2006/main">
            <a:pPr>
              <a:defRPr sz="1725">
                <a:solidFill>
                  <a:srgbClr val="81796F"/>
                </a:solidFill>
                <a:latin typeface="Ubuntu Condensed"/>
                <a:ea typeface="Ubuntu Condensed"/>
                <a:cs typeface="Ubuntu Condensed"/>
              </a:defRPr>
            </a:pPr>
            <a:r>
              <a:rPr sz="1725">
                <a:solidFill>
                  <a:srgbClr val="81796F"/>
                </a:solidFill>
                <a:latin typeface="Ubuntu Condensed"/>
                <a:ea typeface="Ubuntu Condensed"/>
                <a:cs typeface="Ubuntu Condensed"/>
              </a:rPr>
              <a:t>Color represents a value for each area.</a:t>
            </a:r>
          </a:p>
        </p:txBody>
      </p:sp>
      <p:pic>
        <p:nvPicPr>
          <p:cNvPr id="7" name="">
            <a:extLst xmlns:a="http://schemas.openxmlformats.org/drawingml/2006/main">
              <a:ext uri="{FF2B5EF4-FFF2-40B4-BE49-F238E27FC236}">
                <a16:creationId xmlns:a16="http://schemas.microsoft.com/office/drawing/2014/main" id="{AFE87A54-35D5-4537-B28D-D4577F5DECCE}"/>
              </a:ext>
            </a:extLst>
          </p:cNvPr>
          <p:cNvPicPr>
            <a:picLocks xmlns:a="http://schemas.openxmlformats.org/drawingml/2006/main" noChangeAspect="1"/>
          </p:cNvPicPr>
          <p:nvPr/>
        </p:nvPicPr>
        <p:blipFill>
          <a:blip xmlns:r="http://schemas.openxmlformats.org/officeDocument/2006/relationships" xmlns:a="http://schemas.openxmlformats.org/drawingml/2006/main" r:embed="Rbdad446b83d44d1f"/>
          <a:stretch xmlns:a="http://schemas.openxmlformats.org/drawingml/2006/main"/>
        </p:blipFill>
        <p:spPr>
          <a:xfrm xmlns:a="http://schemas.openxmlformats.org/drawingml/2006/main">
            <a:off x="285750" y="2866675"/>
            <a:ext cx="5429250" cy="283914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3DC64B5-8824-4C8E-9D92-D2765F32FE5B}"/>
              </a:ext>
            </a:extLst>
          </p:cNvPr>
          <p:cNvPicPr>
            <a:picLocks xmlns:a="http://schemas.openxmlformats.org/drawingml/2006/main" noChangeAspect="1"/>
          </p:cNvPicPr>
          <p:nvPr/>
        </p:nvPicPr>
        <p:blipFill>
          <a:blip xmlns:r="http://schemas.openxmlformats.org/officeDocument/2006/relationships" xmlns:a="http://schemas.openxmlformats.org/drawingml/2006/main" r:embed="Rdb2b00a057e14391"/>
          <a:stretch xmlns:a="http://schemas.openxmlformats.org/drawingml/2006/main"/>
        </p:blipFill>
        <p:spPr>
          <a:xfrm xmlns:a="http://schemas.openxmlformats.org/drawingml/2006/main">
            <a:off x="6429375" y="2772130"/>
            <a:ext cx="5429250" cy="302824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7AC5F10-012E-497B-8C4A-6D316A5EA659}"/>
              </a:ext>
            </a:extLst>
          </p:cNvPr>
          <p:cNvSpPr>
            <a:spLocks xmlns:a="http://schemas.openxmlformats.org/drawingml/2006/main" noGrp="1"/>
          </p:cNvSpPr>
          <p:nvPr/>
        </p:nvSpPr>
        <p:spPr>
          <a:xfrm xmlns:a="http://schemas.openxmlformats.org/drawingml/2006/main">
            <a:off x="457200" y="6115050"/>
            <a:ext cx="1123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a:solidFill>
                  <a:srgbClr val="B23C50"/>
                </a:solidFill>
                <a:latin typeface="Ubuntu Condensed"/>
                <a:ea typeface="Ubuntu Condensed"/>
                <a:cs typeface="Ubuntu Condensed"/>
              </a:defRPr>
            </a:defPPr>
          </a:lstStyle>
          <a:p xmlns:a="http://schemas.openxmlformats.org/drawingml/2006/main">
            <a:pPr>
              <a:defRPr sz="1800">
                <a:solidFill>
                  <a:srgbClr val="B23C50"/>
                </a:solidFill>
                <a:latin typeface="Ubuntu Condensed"/>
                <a:ea typeface="Ubuntu Condensed"/>
                <a:cs typeface="Ubuntu Condensed"/>
              </a:defRPr>
            </a:pPr>
            <a:r>
              <a:rPr sz="1800">
                <a:solidFill>
                  <a:srgbClr val="B23C50"/>
                </a:solidFill>
                <a:latin typeface="Ubuntu Condensed"/>
                <a:ea typeface="Ubuntu Condensed"/>
                <a:cs typeface="Ubuntu Condensed"/>
              </a:rPr>
              <a:t>Try hans.csv: Country as a geographic field; Year = 2020; Life Expectancy on Color.</a:t>
            </a:r>
          </a:p>
        </p:txBody>
      </p:sp>
      <p:sp>
        <p:nvSpPr>
          <p:cNvPr id="10" name="">
            <a:extLst xmlns:a="http://schemas.openxmlformats.org/drawingml/2006/main">
              <a:ext uri="{FF2B5EF4-FFF2-40B4-BE49-F238E27FC236}">
                <a16:creationId xmlns:a16="http://schemas.microsoft.com/office/drawing/2014/main" id="{77DAE39B-FDF1-4616-A424-B146BF6112E2}"/>
              </a:ext>
            </a:extLst>
          </p:cNvPr>
          <p:cNvSpPr>
            <a:spLocks xmlns:a="http://schemas.openxmlformats.org/drawingml/2006/main" noGrp="1"/>
          </p:cNvSpPr>
          <p:nvPr/>
        </p:nvSpPr>
        <p:spPr>
          <a:xfrm xmlns:a="http://schemas.openxmlformats.org/drawingml/2006/main">
            <a:off x="457200" y="6534150"/>
            <a:ext cx="11239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a:solidFill>
                  <a:srgbClr val="81796F"/>
                </a:solidFill>
                <a:latin typeface="Ubuntu Condensed"/>
                <a:ea typeface="Ubuntu Condensed"/>
                <a:cs typeface="Ubuntu Condensed"/>
              </a:defRPr>
            </a:defPPr>
          </a:lstStyle>
          <a:p xmlns:a="http://schemas.openxmlformats.org/drawingml/2006/main">
            <a:pPr>
              <a:defRPr sz="1275">
                <a:solidFill>
                  <a:srgbClr val="81796F"/>
                </a:solidFill>
                <a:latin typeface="Ubuntu Condensed"/>
                <a:ea typeface="Ubuntu Condensed"/>
                <a:cs typeface="Ubuntu Condensed"/>
              </a:defRPr>
            </a:pPr>
            <a:r>
              <a:rPr sz="1275">
                <a:solidFill>
                  <a:srgbClr val="81796F"/>
                </a:solidFill>
                <a:latin typeface="Ubuntu Condensed"/>
                <a:ea typeface="Ubuntu Condensed"/>
                <a:cs typeface="Ubuntu Condensed"/>
              </a:rPr>
              <a:t>Map images: Tableau documentation examples</a:t>
            </a:r>
          </a:p>
        </p:txBody>
      </p:sp>
    </p:spTree>
    <p:extLst>
      <p:ext uri="{BB962C8B-B14F-4D97-AF65-F5344CB8AC3E}">
        <p14:creationId xmlns:p14="http://schemas.microsoft.com/office/powerpoint/2010/main" val="670145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Ubuntu Condensed"/>
        <a:ea typeface=""/>
        <a:cs typeface=""/>
      </a:majorFont>
      <a:minorFont>
        <a:latin typeface="Ubuntu Condensed"/>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2026-10-15T21:52:10.9660000Z</dcterms:created>
  <dcterms:modified xsi:type="dcterms:W3CDTF">2026-10-15T21:52:10.9660000Z</dcterms:modified>
</coreProperties>
</file>